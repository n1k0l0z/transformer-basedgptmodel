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72" r:id="rId14"/>
    <p:sldId id="268" r:id="rId15"/>
    <p:sldId id="270" r:id="rId16"/>
  </p:sldIdLst>
  <p:sldSz cx="18288000" cy="10287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oco Gothic" panose="020B0604020202020204" charset="0"/>
      <p:regular r:id="rId21"/>
    </p:embeddedFont>
    <p:embeddedFont>
      <p:font typeface="Coco Gothic Bold" panose="020B0604020202020204" charset="0"/>
      <p:regular r:id="rId22"/>
    </p:embeddedFont>
    <p:embeddedFont>
      <p:font typeface="TAN Headline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svg"/><Relationship Id="rId7" Type="http://schemas.openxmlformats.org/officeDocument/2006/relationships/image" Target="../media/image2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2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8.svg"/><Relationship Id="rId7" Type="http://schemas.openxmlformats.org/officeDocument/2006/relationships/image" Target="../media/image2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.svg"/><Relationship Id="rId4" Type="http://schemas.openxmlformats.org/officeDocument/2006/relationships/image" Target="../media/image1.png"/><Relationship Id="rId9" Type="http://schemas.openxmlformats.org/officeDocument/2006/relationships/image" Target="../media/image3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svg"/><Relationship Id="rId7" Type="http://schemas.openxmlformats.org/officeDocument/2006/relationships/image" Target="../media/image3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3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svg"/><Relationship Id="rId7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image" Target="../media/image3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1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.svg"/><Relationship Id="rId7" Type="http://schemas.openxmlformats.org/officeDocument/2006/relationships/image" Target="../media/image4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14.svg"/><Relationship Id="rId5" Type="http://schemas.openxmlformats.org/officeDocument/2006/relationships/image" Target="../media/image18.svg"/><Relationship Id="rId10" Type="http://schemas.openxmlformats.org/officeDocument/2006/relationships/image" Target="../media/image13.png"/><Relationship Id="rId4" Type="http://schemas.openxmlformats.org/officeDocument/2006/relationships/image" Target="../media/image17.png"/><Relationship Id="rId9" Type="http://schemas.openxmlformats.org/officeDocument/2006/relationships/image" Target="../media/image4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4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2.svg"/><Relationship Id="rId7" Type="http://schemas.openxmlformats.org/officeDocument/2006/relationships/image" Target="../media/image2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svg"/><Relationship Id="rId18" Type="http://schemas.openxmlformats.org/officeDocument/2006/relationships/image" Target="../media/image15.png"/><Relationship Id="rId3" Type="http://schemas.openxmlformats.org/officeDocument/2006/relationships/image" Target="../media/image2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sv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48.svg"/><Relationship Id="rId15" Type="http://schemas.openxmlformats.org/officeDocument/2006/relationships/image" Target="../media/image12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4" Type="http://schemas.openxmlformats.org/officeDocument/2006/relationships/image" Target="../media/image47.png"/><Relationship Id="rId9" Type="http://schemas.openxmlformats.org/officeDocument/2006/relationships/image" Target="../media/image6.sv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91004">
            <a:off x="9581993" y="1000174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755965">
            <a:off x="-1305642" y="731692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216366" y="5042801"/>
            <a:ext cx="4127261" cy="5717869"/>
          </a:xfrm>
          <a:custGeom>
            <a:avLst/>
            <a:gdLst/>
            <a:ahLst/>
            <a:cxnLst/>
            <a:rect l="l" t="t" r="r" b="b"/>
            <a:pathLst>
              <a:path w="4127261" h="5717869">
                <a:moveTo>
                  <a:pt x="0" y="0"/>
                </a:moveTo>
                <a:lnTo>
                  <a:pt x="4127262" y="0"/>
                </a:lnTo>
                <a:lnTo>
                  <a:pt x="4127262" y="5717869"/>
                </a:lnTo>
                <a:lnTo>
                  <a:pt x="0" y="571786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144000" y="4573289"/>
            <a:ext cx="4364916" cy="6187381"/>
          </a:xfrm>
          <a:custGeom>
            <a:avLst/>
            <a:gdLst/>
            <a:ahLst/>
            <a:cxnLst/>
            <a:rect l="l" t="t" r="r" b="b"/>
            <a:pathLst>
              <a:path w="4364916" h="6187381">
                <a:moveTo>
                  <a:pt x="0" y="0"/>
                </a:moveTo>
                <a:lnTo>
                  <a:pt x="4364916" y="0"/>
                </a:lnTo>
                <a:lnTo>
                  <a:pt x="4364916" y="6187381"/>
                </a:lnTo>
                <a:lnTo>
                  <a:pt x="0" y="61873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87407" y="6174334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0" y="0"/>
                </a:moveTo>
                <a:lnTo>
                  <a:pt x="3531386" y="0"/>
                </a:lnTo>
                <a:lnTo>
                  <a:pt x="3531386" y="3815463"/>
                </a:lnTo>
                <a:lnTo>
                  <a:pt x="0" y="38154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flipH="1">
            <a:off x="12569492" y="5190627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3531386" y="0"/>
                </a:moveTo>
                <a:lnTo>
                  <a:pt x="0" y="0"/>
                </a:lnTo>
                <a:lnTo>
                  <a:pt x="0" y="3815463"/>
                </a:lnTo>
                <a:lnTo>
                  <a:pt x="3531386" y="3815463"/>
                </a:lnTo>
                <a:lnTo>
                  <a:pt x="35313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36655" y="1657320"/>
            <a:ext cx="3778768" cy="3807323"/>
          </a:xfrm>
          <a:custGeom>
            <a:avLst/>
            <a:gdLst/>
            <a:ahLst/>
            <a:cxnLst/>
            <a:rect l="l" t="t" r="r" b="b"/>
            <a:pathLst>
              <a:path w="3778768" h="3807323">
                <a:moveTo>
                  <a:pt x="0" y="0"/>
                </a:moveTo>
                <a:lnTo>
                  <a:pt x="3778768" y="0"/>
                </a:lnTo>
                <a:lnTo>
                  <a:pt x="3778768" y="3807323"/>
                </a:lnTo>
                <a:lnTo>
                  <a:pt x="0" y="380732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38390" y="606533"/>
            <a:ext cx="1828678" cy="1399770"/>
          </a:xfrm>
          <a:custGeom>
            <a:avLst/>
            <a:gdLst/>
            <a:ahLst/>
            <a:cxnLst/>
            <a:rect l="l" t="t" r="r" b="b"/>
            <a:pathLst>
              <a:path w="1828678" h="1399770">
                <a:moveTo>
                  <a:pt x="0" y="0"/>
                </a:moveTo>
                <a:lnTo>
                  <a:pt x="1828678" y="0"/>
                </a:lnTo>
                <a:lnTo>
                  <a:pt x="1828678" y="1399770"/>
                </a:lnTo>
                <a:lnTo>
                  <a:pt x="0" y="13997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4460558" y="573066"/>
            <a:ext cx="627698" cy="634365"/>
            <a:chOff x="0" y="0"/>
            <a:chExt cx="836930" cy="845820"/>
          </a:xfrm>
        </p:grpSpPr>
        <p:sp>
          <p:nvSpPr>
            <p:cNvPr id="12" name="Freeform 12"/>
            <p:cNvSpPr/>
            <p:nvPr/>
          </p:nvSpPr>
          <p:spPr>
            <a:xfrm>
              <a:off x="48623" y="49530"/>
              <a:ext cx="741168" cy="745726"/>
            </a:xfrm>
            <a:custGeom>
              <a:avLst/>
              <a:gdLst/>
              <a:ahLst/>
              <a:cxnLst/>
              <a:rect l="l" t="t" r="r" b="b"/>
              <a:pathLst>
                <a:path w="741168" h="745726">
                  <a:moveTo>
                    <a:pt x="538117" y="711200"/>
                  </a:moveTo>
                  <a:cubicBezTo>
                    <a:pt x="14877" y="204470"/>
                    <a:pt x="12337" y="200660"/>
                    <a:pt x="7257" y="185420"/>
                  </a:cubicBezTo>
                  <a:cubicBezTo>
                    <a:pt x="907" y="162560"/>
                    <a:pt x="-2903" y="123190"/>
                    <a:pt x="5987" y="97790"/>
                  </a:cubicBezTo>
                  <a:cubicBezTo>
                    <a:pt x="13607" y="71120"/>
                    <a:pt x="35197" y="43180"/>
                    <a:pt x="56787" y="26670"/>
                  </a:cubicBezTo>
                  <a:cubicBezTo>
                    <a:pt x="79647" y="10160"/>
                    <a:pt x="113937" y="0"/>
                    <a:pt x="140607" y="1270"/>
                  </a:cubicBezTo>
                  <a:cubicBezTo>
                    <a:pt x="168547" y="2540"/>
                    <a:pt x="204107" y="19050"/>
                    <a:pt x="223157" y="31750"/>
                  </a:cubicBezTo>
                  <a:cubicBezTo>
                    <a:pt x="237127" y="41910"/>
                    <a:pt x="244747" y="50800"/>
                    <a:pt x="252367" y="64770"/>
                  </a:cubicBezTo>
                  <a:cubicBezTo>
                    <a:pt x="263797" y="86360"/>
                    <a:pt x="272687" y="127000"/>
                    <a:pt x="272687" y="149860"/>
                  </a:cubicBezTo>
                  <a:cubicBezTo>
                    <a:pt x="272687" y="167640"/>
                    <a:pt x="270147" y="179070"/>
                    <a:pt x="262527" y="193040"/>
                  </a:cubicBezTo>
                  <a:cubicBezTo>
                    <a:pt x="251097" y="214630"/>
                    <a:pt x="226967" y="245110"/>
                    <a:pt x="202837" y="257810"/>
                  </a:cubicBezTo>
                  <a:cubicBezTo>
                    <a:pt x="178707" y="271780"/>
                    <a:pt x="140607" y="275590"/>
                    <a:pt x="117747" y="274320"/>
                  </a:cubicBezTo>
                  <a:cubicBezTo>
                    <a:pt x="99967" y="273050"/>
                    <a:pt x="88537" y="269240"/>
                    <a:pt x="74567" y="260350"/>
                  </a:cubicBezTo>
                  <a:cubicBezTo>
                    <a:pt x="54247" y="248920"/>
                    <a:pt x="25037" y="223520"/>
                    <a:pt x="13607" y="198120"/>
                  </a:cubicBezTo>
                  <a:cubicBezTo>
                    <a:pt x="907" y="173990"/>
                    <a:pt x="-2903" y="138430"/>
                    <a:pt x="2177" y="111760"/>
                  </a:cubicBezTo>
                  <a:cubicBezTo>
                    <a:pt x="7257" y="85090"/>
                    <a:pt x="25037" y="54610"/>
                    <a:pt x="45357" y="35560"/>
                  </a:cubicBezTo>
                  <a:cubicBezTo>
                    <a:pt x="66947" y="17780"/>
                    <a:pt x="102507" y="5080"/>
                    <a:pt x="126637" y="1270"/>
                  </a:cubicBezTo>
                  <a:cubicBezTo>
                    <a:pt x="143147" y="-1270"/>
                    <a:pt x="154577" y="0"/>
                    <a:pt x="171087" y="5080"/>
                  </a:cubicBezTo>
                  <a:cubicBezTo>
                    <a:pt x="192677" y="12700"/>
                    <a:pt x="211727" y="26670"/>
                    <a:pt x="243477" y="53340"/>
                  </a:cubicBezTo>
                  <a:cubicBezTo>
                    <a:pt x="334917" y="128270"/>
                    <a:pt x="642257" y="455930"/>
                    <a:pt x="705757" y="535940"/>
                  </a:cubicBezTo>
                  <a:cubicBezTo>
                    <a:pt x="723537" y="558800"/>
                    <a:pt x="731157" y="565150"/>
                    <a:pt x="736237" y="584200"/>
                  </a:cubicBezTo>
                  <a:cubicBezTo>
                    <a:pt x="742587" y="608330"/>
                    <a:pt x="743857" y="645160"/>
                    <a:pt x="733697" y="670560"/>
                  </a:cubicBezTo>
                  <a:cubicBezTo>
                    <a:pt x="723537" y="694690"/>
                    <a:pt x="695597" y="721360"/>
                    <a:pt x="674007" y="732790"/>
                  </a:cubicBezTo>
                  <a:cubicBezTo>
                    <a:pt x="656227" y="742950"/>
                    <a:pt x="638447" y="746760"/>
                    <a:pt x="618127" y="745490"/>
                  </a:cubicBezTo>
                  <a:cubicBezTo>
                    <a:pt x="592727" y="742950"/>
                    <a:pt x="538117" y="711200"/>
                    <a:pt x="538117" y="711200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068253" y="483531"/>
            <a:ext cx="296228" cy="615315"/>
            <a:chOff x="0" y="0"/>
            <a:chExt cx="394970" cy="820420"/>
          </a:xfrm>
        </p:grpSpPr>
        <p:sp>
          <p:nvSpPr>
            <p:cNvPr id="14" name="Freeform 14"/>
            <p:cNvSpPr/>
            <p:nvPr/>
          </p:nvSpPr>
          <p:spPr>
            <a:xfrm>
              <a:off x="49574" y="50476"/>
              <a:ext cx="297355" cy="719531"/>
            </a:xfrm>
            <a:custGeom>
              <a:avLst/>
              <a:gdLst/>
              <a:ahLst/>
              <a:cxnLst/>
              <a:rect l="l" t="t" r="r" b="b"/>
              <a:pathLst>
                <a:path w="297355" h="719531">
                  <a:moveTo>
                    <a:pt x="64726" y="625164"/>
                  </a:moveTo>
                  <a:cubicBezTo>
                    <a:pt x="1226" y="207334"/>
                    <a:pt x="10116" y="86684"/>
                    <a:pt x="31706" y="47314"/>
                  </a:cubicBezTo>
                  <a:cubicBezTo>
                    <a:pt x="39326" y="30804"/>
                    <a:pt x="48216" y="26994"/>
                    <a:pt x="62186" y="19374"/>
                  </a:cubicBezTo>
                  <a:cubicBezTo>
                    <a:pt x="82506" y="9214"/>
                    <a:pt x="116796" y="-946"/>
                    <a:pt x="142196" y="1594"/>
                  </a:cubicBezTo>
                  <a:cubicBezTo>
                    <a:pt x="167596" y="4134"/>
                    <a:pt x="198076" y="18104"/>
                    <a:pt x="217126" y="35884"/>
                  </a:cubicBezTo>
                  <a:cubicBezTo>
                    <a:pt x="236176" y="52394"/>
                    <a:pt x="251416" y="81604"/>
                    <a:pt x="256496" y="107004"/>
                  </a:cubicBezTo>
                  <a:cubicBezTo>
                    <a:pt x="260306" y="132404"/>
                    <a:pt x="255226" y="165424"/>
                    <a:pt x="243796" y="188284"/>
                  </a:cubicBezTo>
                  <a:cubicBezTo>
                    <a:pt x="231096" y="211144"/>
                    <a:pt x="203156" y="234004"/>
                    <a:pt x="184106" y="245434"/>
                  </a:cubicBezTo>
                  <a:cubicBezTo>
                    <a:pt x="171406" y="253054"/>
                    <a:pt x="159976" y="255594"/>
                    <a:pt x="144736" y="256864"/>
                  </a:cubicBezTo>
                  <a:cubicBezTo>
                    <a:pt x="123146" y="256864"/>
                    <a:pt x="83776" y="249244"/>
                    <a:pt x="64726" y="239084"/>
                  </a:cubicBezTo>
                  <a:cubicBezTo>
                    <a:pt x="50756" y="232734"/>
                    <a:pt x="41866" y="225114"/>
                    <a:pt x="32976" y="213684"/>
                  </a:cubicBezTo>
                  <a:cubicBezTo>
                    <a:pt x="19006" y="195904"/>
                    <a:pt x="5036" y="159074"/>
                    <a:pt x="1226" y="137484"/>
                  </a:cubicBezTo>
                  <a:cubicBezTo>
                    <a:pt x="-1314" y="122244"/>
                    <a:pt x="-44" y="110814"/>
                    <a:pt x="6306" y="95574"/>
                  </a:cubicBezTo>
                  <a:cubicBezTo>
                    <a:pt x="12656" y="75254"/>
                    <a:pt x="30436" y="43504"/>
                    <a:pt x="50756" y="28264"/>
                  </a:cubicBezTo>
                  <a:cubicBezTo>
                    <a:pt x="71076" y="11754"/>
                    <a:pt x="106636" y="2864"/>
                    <a:pt x="128226" y="324"/>
                  </a:cubicBezTo>
                  <a:cubicBezTo>
                    <a:pt x="144736" y="-946"/>
                    <a:pt x="154896" y="1594"/>
                    <a:pt x="170136" y="6674"/>
                  </a:cubicBezTo>
                  <a:cubicBezTo>
                    <a:pt x="190456" y="15564"/>
                    <a:pt x="220936" y="34614"/>
                    <a:pt x="234906" y="56204"/>
                  </a:cubicBezTo>
                  <a:cubicBezTo>
                    <a:pt x="250146" y="77794"/>
                    <a:pt x="259036" y="109544"/>
                    <a:pt x="257766" y="134944"/>
                  </a:cubicBezTo>
                  <a:cubicBezTo>
                    <a:pt x="256496" y="160344"/>
                    <a:pt x="226016" y="209874"/>
                    <a:pt x="228556" y="211144"/>
                  </a:cubicBezTo>
                  <a:cubicBezTo>
                    <a:pt x="229826" y="212414"/>
                    <a:pt x="242526" y="181934"/>
                    <a:pt x="248876" y="184474"/>
                  </a:cubicBezTo>
                  <a:cubicBezTo>
                    <a:pt x="271736" y="190824"/>
                    <a:pt x="309836" y="561664"/>
                    <a:pt x="293326" y="635324"/>
                  </a:cubicBezTo>
                  <a:cubicBezTo>
                    <a:pt x="288246" y="660724"/>
                    <a:pt x="279356" y="669614"/>
                    <a:pt x="265386" y="683584"/>
                  </a:cubicBezTo>
                  <a:cubicBezTo>
                    <a:pt x="247606" y="700094"/>
                    <a:pt x="215856" y="716604"/>
                    <a:pt x="189186" y="719144"/>
                  </a:cubicBezTo>
                  <a:cubicBezTo>
                    <a:pt x="163786" y="721684"/>
                    <a:pt x="130766" y="711524"/>
                    <a:pt x="109176" y="695014"/>
                  </a:cubicBezTo>
                  <a:cubicBezTo>
                    <a:pt x="88856" y="679774"/>
                    <a:pt x="64726" y="625164"/>
                    <a:pt x="64726" y="625164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4470082" y="1228386"/>
            <a:ext cx="592455" cy="303847"/>
            <a:chOff x="0" y="0"/>
            <a:chExt cx="789940" cy="405130"/>
          </a:xfrm>
        </p:grpSpPr>
        <p:sp>
          <p:nvSpPr>
            <p:cNvPr id="16" name="Freeform 16"/>
            <p:cNvSpPr/>
            <p:nvPr/>
          </p:nvSpPr>
          <p:spPr>
            <a:xfrm>
              <a:off x="49213" y="50302"/>
              <a:ext cx="690163" cy="305006"/>
            </a:xfrm>
            <a:custGeom>
              <a:avLst/>
              <a:gdLst/>
              <a:ahLst/>
              <a:cxnLst/>
              <a:rect l="l" t="t" r="r" b="b"/>
              <a:pathLst>
                <a:path w="690163" h="305006">
                  <a:moveTo>
                    <a:pt x="552767" y="276088"/>
                  </a:moveTo>
                  <a:cubicBezTo>
                    <a:pt x="350837" y="254498"/>
                    <a:pt x="270827" y="248148"/>
                    <a:pt x="233997" y="260848"/>
                  </a:cubicBezTo>
                  <a:cubicBezTo>
                    <a:pt x="213677" y="268468"/>
                    <a:pt x="209867" y="286248"/>
                    <a:pt x="190817" y="292598"/>
                  </a:cubicBezTo>
                  <a:cubicBezTo>
                    <a:pt x="169227" y="301488"/>
                    <a:pt x="132397" y="307838"/>
                    <a:pt x="105727" y="301488"/>
                  </a:cubicBezTo>
                  <a:cubicBezTo>
                    <a:pt x="79057" y="295138"/>
                    <a:pt x="48577" y="273548"/>
                    <a:pt x="32067" y="257038"/>
                  </a:cubicBezTo>
                  <a:cubicBezTo>
                    <a:pt x="20637" y="244338"/>
                    <a:pt x="15557" y="232908"/>
                    <a:pt x="10477" y="218938"/>
                  </a:cubicBezTo>
                  <a:cubicBezTo>
                    <a:pt x="5397" y="204968"/>
                    <a:pt x="317" y="192268"/>
                    <a:pt x="1587" y="175758"/>
                  </a:cubicBezTo>
                  <a:cubicBezTo>
                    <a:pt x="2857" y="152898"/>
                    <a:pt x="9207" y="116068"/>
                    <a:pt x="25717" y="93208"/>
                  </a:cubicBezTo>
                  <a:cubicBezTo>
                    <a:pt x="40957" y="71618"/>
                    <a:pt x="68897" y="50028"/>
                    <a:pt x="94297" y="42408"/>
                  </a:cubicBezTo>
                  <a:cubicBezTo>
                    <a:pt x="119697" y="33518"/>
                    <a:pt x="157797" y="37328"/>
                    <a:pt x="180657" y="43678"/>
                  </a:cubicBezTo>
                  <a:cubicBezTo>
                    <a:pt x="195897" y="47488"/>
                    <a:pt x="206057" y="52568"/>
                    <a:pt x="218757" y="63998"/>
                  </a:cubicBezTo>
                  <a:cubicBezTo>
                    <a:pt x="235267" y="79238"/>
                    <a:pt x="259397" y="109718"/>
                    <a:pt x="265747" y="135118"/>
                  </a:cubicBezTo>
                  <a:cubicBezTo>
                    <a:pt x="273367" y="161788"/>
                    <a:pt x="270827" y="196078"/>
                    <a:pt x="260667" y="221478"/>
                  </a:cubicBezTo>
                  <a:cubicBezTo>
                    <a:pt x="250507" y="246878"/>
                    <a:pt x="227647" y="272278"/>
                    <a:pt x="204787" y="286248"/>
                  </a:cubicBezTo>
                  <a:cubicBezTo>
                    <a:pt x="180657" y="300218"/>
                    <a:pt x="147637" y="307838"/>
                    <a:pt x="119697" y="304028"/>
                  </a:cubicBezTo>
                  <a:cubicBezTo>
                    <a:pt x="93027" y="301488"/>
                    <a:pt x="62547" y="286248"/>
                    <a:pt x="42227" y="267198"/>
                  </a:cubicBezTo>
                  <a:cubicBezTo>
                    <a:pt x="23177" y="248148"/>
                    <a:pt x="7937" y="213858"/>
                    <a:pt x="2857" y="190998"/>
                  </a:cubicBezTo>
                  <a:cubicBezTo>
                    <a:pt x="-953" y="174488"/>
                    <a:pt x="-953" y="163058"/>
                    <a:pt x="2857" y="146548"/>
                  </a:cubicBezTo>
                  <a:cubicBezTo>
                    <a:pt x="9207" y="124958"/>
                    <a:pt x="28257" y="91938"/>
                    <a:pt x="44767" y="71618"/>
                  </a:cubicBezTo>
                  <a:cubicBezTo>
                    <a:pt x="58737" y="53838"/>
                    <a:pt x="70167" y="41138"/>
                    <a:pt x="93027" y="29708"/>
                  </a:cubicBezTo>
                  <a:cubicBezTo>
                    <a:pt x="131127" y="11928"/>
                    <a:pt x="206057" y="4308"/>
                    <a:pt x="263207" y="498"/>
                  </a:cubicBezTo>
                  <a:cubicBezTo>
                    <a:pt x="321627" y="-2042"/>
                    <a:pt x="382587" y="5578"/>
                    <a:pt x="441007" y="13198"/>
                  </a:cubicBezTo>
                  <a:cubicBezTo>
                    <a:pt x="500697" y="20818"/>
                    <a:pt x="574357" y="25898"/>
                    <a:pt x="616267" y="47488"/>
                  </a:cubicBezTo>
                  <a:cubicBezTo>
                    <a:pt x="644207" y="61458"/>
                    <a:pt x="665797" y="84318"/>
                    <a:pt x="677227" y="104638"/>
                  </a:cubicBezTo>
                  <a:cubicBezTo>
                    <a:pt x="687387" y="122418"/>
                    <a:pt x="691197" y="141468"/>
                    <a:pt x="689927" y="160518"/>
                  </a:cubicBezTo>
                  <a:cubicBezTo>
                    <a:pt x="687387" y="184648"/>
                    <a:pt x="673417" y="220208"/>
                    <a:pt x="656907" y="239258"/>
                  </a:cubicBezTo>
                  <a:cubicBezTo>
                    <a:pt x="644207" y="254498"/>
                    <a:pt x="626427" y="264658"/>
                    <a:pt x="609917" y="271008"/>
                  </a:cubicBezTo>
                  <a:cubicBezTo>
                    <a:pt x="592137" y="276088"/>
                    <a:pt x="552767" y="276088"/>
                    <a:pt x="552767" y="276088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 rot="-5466542">
            <a:off x="13171488" y="957477"/>
            <a:ext cx="552469" cy="522858"/>
            <a:chOff x="0" y="0"/>
            <a:chExt cx="900430" cy="852170"/>
          </a:xfrm>
        </p:grpSpPr>
        <p:sp>
          <p:nvSpPr>
            <p:cNvPr id="18" name="Freeform 18"/>
            <p:cNvSpPr/>
            <p:nvPr/>
          </p:nvSpPr>
          <p:spPr>
            <a:xfrm>
              <a:off x="48017" y="49847"/>
              <a:ext cx="803368" cy="750720"/>
            </a:xfrm>
            <a:custGeom>
              <a:avLst/>
              <a:gdLst/>
              <a:ahLst/>
              <a:cxnLst/>
              <a:rect l="l" t="t" r="r" b="b"/>
              <a:pathLst>
                <a:path w="803368" h="750720">
                  <a:moveTo>
                    <a:pt x="205983" y="40323"/>
                  </a:moveTo>
                  <a:cubicBezTo>
                    <a:pt x="569203" y="394653"/>
                    <a:pt x="744463" y="493713"/>
                    <a:pt x="783833" y="543243"/>
                  </a:cubicBezTo>
                  <a:cubicBezTo>
                    <a:pt x="796533" y="559753"/>
                    <a:pt x="797803" y="567373"/>
                    <a:pt x="800343" y="583883"/>
                  </a:cubicBezTo>
                  <a:cubicBezTo>
                    <a:pt x="804153" y="606743"/>
                    <a:pt x="802883" y="644843"/>
                    <a:pt x="792723" y="670243"/>
                  </a:cubicBezTo>
                  <a:cubicBezTo>
                    <a:pt x="781293" y="695643"/>
                    <a:pt x="757163" y="721043"/>
                    <a:pt x="733033" y="733743"/>
                  </a:cubicBezTo>
                  <a:cubicBezTo>
                    <a:pt x="708903" y="747713"/>
                    <a:pt x="674613" y="754063"/>
                    <a:pt x="647943" y="748983"/>
                  </a:cubicBezTo>
                  <a:cubicBezTo>
                    <a:pt x="620003" y="745173"/>
                    <a:pt x="589523" y="729933"/>
                    <a:pt x="570473" y="709613"/>
                  </a:cubicBezTo>
                  <a:cubicBezTo>
                    <a:pt x="551423" y="690563"/>
                    <a:pt x="537453" y="653733"/>
                    <a:pt x="532373" y="630873"/>
                  </a:cubicBezTo>
                  <a:cubicBezTo>
                    <a:pt x="529833" y="614363"/>
                    <a:pt x="531103" y="601663"/>
                    <a:pt x="534913" y="587693"/>
                  </a:cubicBezTo>
                  <a:cubicBezTo>
                    <a:pt x="537453" y="572453"/>
                    <a:pt x="541263" y="559753"/>
                    <a:pt x="550153" y="545783"/>
                  </a:cubicBezTo>
                  <a:cubicBezTo>
                    <a:pt x="564123" y="526733"/>
                    <a:pt x="590793" y="500063"/>
                    <a:pt x="616193" y="488633"/>
                  </a:cubicBezTo>
                  <a:cubicBezTo>
                    <a:pt x="641593" y="478473"/>
                    <a:pt x="679693" y="478473"/>
                    <a:pt x="702553" y="483553"/>
                  </a:cubicBezTo>
                  <a:cubicBezTo>
                    <a:pt x="719063" y="486093"/>
                    <a:pt x="729223" y="491173"/>
                    <a:pt x="743193" y="501333"/>
                  </a:cubicBezTo>
                  <a:cubicBezTo>
                    <a:pt x="760973" y="515303"/>
                    <a:pt x="787643" y="543243"/>
                    <a:pt x="796533" y="569913"/>
                  </a:cubicBezTo>
                  <a:cubicBezTo>
                    <a:pt x="805423" y="595313"/>
                    <a:pt x="805423" y="630873"/>
                    <a:pt x="797803" y="656273"/>
                  </a:cubicBezTo>
                  <a:cubicBezTo>
                    <a:pt x="788913" y="682943"/>
                    <a:pt x="768593" y="710883"/>
                    <a:pt x="745733" y="726123"/>
                  </a:cubicBezTo>
                  <a:cubicBezTo>
                    <a:pt x="722873" y="742633"/>
                    <a:pt x="686043" y="750253"/>
                    <a:pt x="661913" y="750253"/>
                  </a:cubicBezTo>
                  <a:cubicBezTo>
                    <a:pt x="645403" y="751523"/>
                    <a:pt x="636513" y="747713"/>
                    <a:pt x="618733" y="741363"/>
                  </a:cubicBezTo>
                  <a:cubicBezTo>
                    <a:pt x="592063" y="731203"/>
                    <a:pt x="550153" y="707073"/>
                    <a:pt x="515863" y="682943"/>
                  </a:cubicBezTo>
                  <a:cubicBezTo>
                    <a:pt x="479033" y="657543"/>
                    <a:pt x="448553" y="633413"/>
                    <a:pt x="405373" y="592773"/>
                  </a:cubicBezTo>
                  <a:cubicBezTo>
                    <a:pt x="332983" y="529273"/>
                    <a:pt x="208523" y="403543"/>
                    <a:pt x="137403" y="324803"/>
                  </a:cubicBezTo>
                  <a:cubicBezTo>
                    <a:pt x="85333" y="268923"/>
                    <a:pt x="30723" y="219393"/>
                    <a:pt x="11673" y="173673"/>
                  </a:cubicBezTo>
                  <a:cubicBezTo>
                    <a:pt x="-1027" y="143193"/>
                    <a:pt x="-2297" y="113983"/>
                    <a:pt x="2783" y="89853"/>
                  </a:cubicBezTo>
                  <a:cubicBezTo>
                    <a:pt x="5323" y="70803"/>
                    <a:pt x="16753" y="53023"/>
                    <a:pt x="28183" y="40323"/>
                  </a:cubicBezTo>
                  <a:cubicBezTo>
                    <a:pt x="40883" y="26353"/>
                    <a:pt x="58663" y="14923"/>
                    <a:pt x="75173" y="8573"/>
                  </a:cubicBezTo>
                  <a:cubicBezTo>
                    <a:pt x="92953" y="953"/>
                    <a:pt x="112003" y="-1587"/>
                    <a:pt x="132323" y="953"/>
                  </a:cubicBezTo>
                  <a:cubicBezTo>
                    <a:pt x="155183" y="6033"/>
                    <a:pt x="205983" y="40323"/>
                    <a:pt x="205983" y="40323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 rot="-5466542">
            <a:off x="12755985" y="971838"/>
            <a:ext cx="621819" cy="241559"/>
            <a:chOff x="0" y="0"/>
            <a:chExt cx="1013460" cy="393700"/>
          </a:xfrm>
        </p:grpSpPr>
        <p:sp>
          <p:nvSpPr>
            <p:cNvPr id="20" name="Freeform 20"/>
            <p:cNvSpPr/>
            <p:nvPr/>
          </p:nvSpPr>
          <p:spPr>
            <a:xfrm>
              <a:off x="50559" y="48084"/>
              <a:ext cx="913595" cy="300601"/>
            </a:xfrm>
            <a:custGeom>
              <a:avLst/>
              <a:gdLst/>
              <a:ahLst/>
              <a:cxnLst/>
              <a:rect l="l" t="t" r="r" b="b"/>
              <a:pathLst>
                <a:path w="913595" h="300601">
                  <a:moveTo>
                    <a:pt x="123431" y="45896"/>
                  </a:moveTo>
                  <a:cubicBezTo>
                    <a:pt x="710171" y="29386"/>
                    <a:pt x="710171" y="17956"/>
                    <a:pt x="725411" y="12876"/>
                  </a:cubicBezTo>
                  <a:cubicBezTo>
                    <a:pt x="748271" y="5256"/>
                    <a:pt x="785101" y="-1094"/>
                    <a:pt x="811771" y="5256"/>
                  </a:cubicBezTo>
                  <a:cubicBezTo>
                    <a:pt x="838441" y="11606"/>
                    <a:pt x="868921" y="34466"/>
                    <a:pt x="884161" y="50976"/>
                  </a:cubicBezTo>
                  <a:cubicBezTo>
                    <a:pt x="895591" y="62406"/>
                    <a:pt x="901941" y="72566"/>
                    <a:pt x="905751" y="89076"/>
                  </a:cubicBezTo>
                  <a:cubicBezTo>
                    <a:pt x="912101" y="110666"/>
                    <a:pt x="917181" y="148766"/>
                    <a:pt x="908291" y="174166"/>
                  </a:cubicBezTo>
                  <a:cubicBezTo>
                    <a:pt x="900671" y="200836"/>
                    <a:pt x="880351" y="228776"/>
                    <a:pt x="858761" y="245286"/>
                  </a:cubicBezTo>
                  <a:cubicBezTo>
                    <a:pt x="837171" y="260526"/>
                    <a:pt x="800341" y="269416"/>
                    <a:pt x="776211" y="270686"/>
                  </a:cubicBezTo>
                  <a:cubicBezTo>
                    <a:pt x="759701" y="271956"/>
                    <a:pt x="748271" y="269416"/>
                    <a:pt x="734301" y="263066"/>
                  </a:cubicBezTo>
                  <a:cubicBezTo>
                    <a:pt x="712711" y="252906"/>
                    <a:pt x="680961" y="231316"/>
                    <a:pt x="666991" y="208456"/>
                  </a:cubicBezTo>
                  <a:cubicBezTo>
                    <a:pt x="651751" y="185596"/>
                    <a:pt x="642861" y="152576"/>
                    <a:pt x="645401" y="125906"/>
                  </a:cubicBezTo>
                  <a:cubicBezTo>
                    <a:pt x="647941" y="97966"/>
                    <a:pt x="660641" y="66216"/>
                    <a:pt x="678421" y="45896"/>
                  </a:cubicBezTo>
                  <a:cubicBezTo>
                    <a:pt x="697471" y="25576"/>
                    <a:pt x="731761" y="10336"/>
                    <a:pt x="753351" y="3986"/>
                  </a:cubicBezTo>
                  <a:cubicBezTo>
                    <a:pt x="769861" y="-1094"/>
                    <a:pt x="781291" y="-1094"/>
                    <a:pt x="797801" y="2716"/>
                  </a:cubicBezTo>
                  <a:cubicBezTo>
                    <a:pt x="819391" y="6526"/>
                    <a:pt x="856221" y="25576"/>
                    <a:pt x="874001" y="39546"/>
                  </a:cubicBezTo>
                  <a:cubicBezTo>
                    <a:pt x="886701" y="50976"/>
                    <a:pt x="894321" y="59866"/>
                    <a:pt x="900671" y="75106"/>
                  </a:cubicBezTo>
                  <a:cubicBezTo>
                    <a:pt x="908291" y="96696"/>
                    <a:pt x="917181" y="133526"/>
                    <a:pt x="912101" y="160196"/>
                  </a:cubicBezTo>
                  <a:cubicBezTo>
                    <a:pt x="907021" y="186866"/>
                    <a:pt x="895591" y="216076"/>
                    <a:pt x="870191" y="235126"/>
                  </a:cubicBezTo>
                  <a:cubicBezTo>
                    <a:pt x="828281" y="268146"/>
                    <a:pt x="734301" y="283386"/>
                    <a:pt x="650481" y="294816"/>
                  </a:cubicBezTo>
                  <a:cubicBezTo>
                    <a:pt x="543801" y="307516"/>
                    <a:pt x="382511" y="296086"/>
                    <a:pt x="278371" y="291006"/>
                  </a:cubicBezTo>
                  <a:cubicBezTo>
                    <a:pt x="203441" y="288466"/>
                    <a:pt x="131051" y="293546"/>
                    <a:pt x="84061" y="277036"/>
                  </a:cubicBezTo>
                  <a:cubicBezTo>
                    <a:pt x="54851" y="264336"/>
                    <a:pt x="31991" y="245286"/>
                    <a:pt x="18021" y="226236"/>
                  </a:cubicBezTo>
                  <a:cubicBezTo>
                    <a:pt x="6591" y="209726"/>
                    <a:pt x="1511" y="190676"/>
                    <a:pt x="241" y="171626"/>
                  </a:cubicBezTo>
                  <a:cubicBezTo>
                    <a:pt x="-1029" y="153846"/>
                    <a:pt x="2781" y="133526"/>
                    <a:pt x="10401" y="117016"/>
                  </a:cubicBezTo>
                  <a:cubicBezTo>
                    <a:pt x="18021" y="99236"/>
                    <a:pt x="28181" y="82726"/>
                    <a:pt x="44691" y="71296"/>
                  </a:cubicBezTo>
                  <a:cubicBezTo>
                    <a:pt x="63741" y="57326"/>
                    <a:pt x="123431" y="45896"/>
                    <a:pt x="123431" y="45896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 rot="-5466542">
            <a:off x="13425147" y="1315976"/>
            <a:ext cx="287533" cy="490131"/>
            <a:chOff x="0" y="0"/>
            <a:chExt cx="468630" cy="798830"/>
          </a:xfrm>
        </p:grpSpPr>
        <p:sp>
          <p:nvSpPr>
            <p:cNvPr id="22" name="Freeform 22"/>
            <p:cNvSpPr/>
            <p:nvPr/>
          </p:nvSpPr>
          <p:spPr>
            <a:xfrm>
              <a:off x="49539" y="47400"/>
              <a:ext cx="371182" cy="700630"/>
            </a:xfrm>
            <a:custGeom>
              <a:avLst/>
              <a:gdLst/>
              <a:ahLst/>
              <a:cxnLst/>
              <a:rect l="l" t="t" r="r" b="b"/>
              <a:pathLst>
                <a:path w="371182" h="700630">
                  <a:moveTo>
                    <a:pt x="231131" y="102460"/>
                  </a:moveTo>
                  <a:cubicBezTo>
                    <a:pt x="294631" y="459330"/>
                    <a:pt x="351781" y="489810"/>
                    <a:pt x="364481" y="529180"/>
                  </a:cubicBezTo>
                  <a:cubicBezTo>
                    <a:pt x="374641" y="558390"/>
                    <a:pt x="372101" y="587600"/>
                    <a:pt x="364481" y="613000"/>
                  </a:cubicBezTo>
                  <a:cubicBezTo>
                    <a:pt x="355591" y="637130"/>
                    <a:pt x="334001" y="663800"/>
                    <a:pt x="312411" y="679040"/>
                  </a:cubicBezTo>
                  <a:cubicBezTo>
                    <a:pt x="290821" y="693010"/>
                    <a:pt x="257801" y="701900"/>
                    <a:pt x="231131" y="699360"/>
                  </a:cubicBezTo>
                  <a:cubicBezTo>
                    <a:pt x="205731" y="698090"/>
                    <a:pt x="173981" y="685390"/>
                    <a:pt x="154931" y="667610"/>
                  </a:cubicBezTo>
                  <a:cubicBezTo>
                    <a:pt x="134611" y="651100"/>
                    <a:pt x="116831" y="621890"/>
                    <a:pt x="111751" y="595220"/>
                  </a:cubicBezTo>
                  <a:cubicBezTo>
                    <a:pt x="106671" y="569820"/>
                    <a:pt x="114291" y="534260"/>
                    <a:pt x="121911" y="512670"/>
                  </a:cubicBezTo>
                  <a:cubicBezTo>
                    <a:pt x="128261" y="497430"/>
                    <a:pt x="134611" y="488540"/>
                    <a:pt x="146041" y="478380"/>
                  </a:cubicBezTo>
                  <a:cubicBezTo>
                    <a:pt x="163821" y="463140"/>
                    <a:pt x="198111" y="445360"/>
                    <a:pt x="220971" y="440280"/>
                  </a:cubicBezTo>
                  <a:cubicBezTo>
                    <a:pt x="236211" y="436470"/>
                    <a:pt x="247641" y="436470"/>
                    <a:pt x="262881" y="440280"/>
                  </a:cubicBezTo>
                  <a:cubicBezTo>
                    <a:pt x="284471" y="445360"/>
                    <a:pt x="320031" y="465680"/>
                    <a:pt x="336541" y="480920"/>
                  </a:cubicBezTo>
                  <a:cubicBezTo>
                    <a:pt x="347971" y="491080"/>
                    <a:pt x="354321" y="499970"/>
                    <a:pt x="359401" y="515210"/>
                  </a:cubicBezTo>
                  <a:cubicBezTo>
                    <a:pt x="367021" y="536800"/>
                    <a:pt x="370831" y="576170"/>
                    <a:pt x="368291" y="599030"/>
                  </a:cubicBezTo>
                  <a:cubicBezTo>
                    <a:pt x="365751" y="614270"/>
                    <a:pt x="360671" y="625700"/>
                    <a:pt x="351781" y="638400"/>
                  </a:cubicBezTo>
                  <a:cubicBezTo>
                    <a:pt x="337811" y="656180"/>
                    <a:pt x="307331" y="681580"/>
                    <a:pt x="287011" y="691740"/>
                  </a:cubicBezTo>
                  <a:cubicBezTo>
                    <a:pt x="273041" y="698090"/>
                    <a:pt x="261611" y="700630"/>
                    <a:pt x="246371" y="700630"/>
                  </a:cubicBezTo>
                  <a:cubicBezTo>
                    <a:pt x="223511" y="699360"/>
                    <a:pt x="193031" y="691740"/>
                    <a:pt x="165091" y="676500"/>
                  </a:cubicBezTo>
                  <a:cubicBezTo>
                    <a:pt x="130801" y="658720"/>
                    <a:pt x="85081" y="626970"/>
                    <a:pt x="62221" y="590140"/>
                  </a:cubicBezTo>
                  <a:cubicBezTo>
                    <a:pt x="38091" y="550770"/>
                    <a:pt x="36821" y="503780"/>
                    <a:pt x="26661" y="445360"/>
                  </a:cubicBezTo>
                  <a:cubicBezTo>
                    <a:pt x="13961" y="360270"/>
                    <a:pt x="-5089" y="196440"/>
                    <a:pt x="1261" y="126590"/>
                  </a:cubicBezTo>
                  <a:cubicBezTo>
                    <a:pt x="5071" y="91030"/>
                    <a:pt x="10151" y="66900"/>
                    <a:pt x="22851" y="47850"/>
                  </a:cubicBezTo>
                  <a:cubicBezTo>
                    <a:pt x="33011" y="31340"/>
                    <a:pt x="46981" y="18640"/>
                    <a:pt x="64761" y="11020"/>
                  </a:cubicBezTo>
                  <a:cubicBezTo>
                    <a:pt x="86351" y="2130"/>
                    <a:pt x="120641" y="-4220"/>
                    <a:pt x="146041" y="3400"/>
                  </a:cubicBezTo>
                  <a:cubicBezTo>
                    <a:pt x="170171" y="9750"/>
                    <a:pt x="198111" y="31340"/>
                    <a:pt x="212081" y="50390"/>
                  </a:cubicBezTo>
                  <a:cubicBezTo>
                    <a:pt x="223511" y="65630"/>
                    <a:pt x="231131" y="102460"/>
                    <a:pt x="231131" y="102460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Freeform 23"/>
          <p:cNvSpPr/>
          <p:nvPr/>
        </p:nvSpPr>
        <p:spPr>
          <a:xfrm>
            <a:off x="15412853" y="-367037"/>
            <a:ext cx="3692894" cy="2316452"/>
          </a:xfrm>
          <a:custGeom>
            <a:avLst/>
            <a:gdLst/>
            <a:ahLst/>
            <a:cxnLst/>
            <a:rect l="l" t="t" r="r" b="b"/>
            <a:pathLst>
              <a:path w="3692894" h="2316452">
                <a:moveTo>
                  <a:pt x="0" y="0"/>
                </a:moveTo>
                <a:lnTo>
                  <a:pt x="3692894" y="0"/>
                </a:lnTo>
                <a:lnTo>
                  <a:pt x="3692894" y="2316451"/>
                </a:lnTo>
                <a:lnTo>
                  <a:pt x="0" y="231645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 rot="-1008282" flipH="1">
            <a:off x="15390590" y="2224730"/>
            <a:ext cx="2659752" cy="3491322"/>
          </a:xfrm>
          <a:custGeom>
            <a:avLst/>
            <a:gdLst/>
            <a:ahLst/>
            <a:cxnLst/>
            <a:rect l="l" t="t" r="r" b="b"/>
            <a:pathLst>
              <a:path w="2659752" h="3491322">
                <a:moveTo>
                  <a:pt x="2659753" y="0"/>
                </a:moveTo>
                <a:lnTo>
                  <a:pt x="0" y="0"/>
                </a:lnTo>
                <a:lnTo>
                  <a:pt x="0" y="3491322"/>
                </a:lnTo>
                <a:lnTo>
                  <a:pt x="2659753" y="3491322"/>
                </a:lnTo>
                <a:lnTo>
                  <a:pt x="2659753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grpSp>
        <p:nvGrpSpPr>
          <p:cNvPr id="25" name="Group 25"/>
          <p:cNvGrpSpPr/>
          <p:nvPr/>
        </p:nvGrpSpPr>
        <p:grpSpPr>
          <a:xfrm>
            <a:off x="12951438" y="9229786"/>
            <a:ext cx="4675326" cy="494009"/>
            <a:chOff x="0" y="0"/>
            <a:chExt cx="6233768" cy="658678"/>
          </a:xfrm>
        </p:grpSpPr>
        <p:sp>
          <p:nvSpPr>
            <p:cNvPr id="26" name="Freeform 26"/>
            <p:cNvSpPr/>
            <p:nvPr/>
          </p:nvSpPr>
          <p:spPr>
            <a:xfrm>
              <a:off x="56097" y="49228"/>
              <a:ext cx="6120419" cy="559838"/>
            </a:xfrm>
            <a:custGeom>
              <a:avLst/>
              <a:gdLst/>
              <a:ahLst/>
              <a:cxnLst/>
              <a:rect l="l" t="t" r="r" b="b"/>
              <a:pathLst>
                <a:path w="6120419" h="559838">
                  <a:moveTo>
                    <a:pt x="258640" y="21049"/>
                  </a:moveTo>
                  <a:cubicBezTo>
                    <a:pt x="3583222" y="37585"/>
                    <a:pt x="5529768" y="-17534"/>
                    <a:pt x="5838834" y="5892"/>
                  </a:cubicBezTo>
                  <a:cubicBezTo>
                    <a:pt x="5889872" y="10025"/>
                    <a:pt x="5899796" y="11403"/>
                    <a:pt x="5928151" y="19671"/>
                  </a:cubicBezTo>
                  <a:cubicBezTo>
                    <a:pt x="5956505" y="29317"/>
                    <a:pt x="5984860" y="44475"/>
                    <a:pt x="6008961" y="62389"/>
                  </a:cubicBezTo>
                  <a:cubicBezTo>
                    <a:pt x="6033063" y="78925"/>
                    <a:pt x="6055747" y="102351"/>
                    <a:pt x="6071342" y="125776"/>
                  </a:cubicBezTo>
                  <a:cubicBezTo>
                    <a:pt x="6088354" y="150580"/>
                    <a:pt x="6102532" y="178140"/>
                    <a:pt x="6109620" y="207078"/>
                  </a:cubicBezTo>
                  <a:cubicBezTo>
                    <a:pt x="6118127" y="234637"/>
                    <a:pt x="6122380" y="266331"/>
                    <a:pt x="6119545" y="295269"/>
                  </a:cubicBezTo>
                  <a:cubicBezTo>
                    <a:pt x="6118127" y="324207"/>
                    <a:pt x="6111038" y="354522"/>
                    <a:pt x="6101114" y="382082"/>
                  </a:cubicBezTo>
                  <a:cubicBezTo>
                    <a:pt x="6089772" y="408264"/>
                    <a:pt x="6072760" y="435824"/>
                    <a:pt x="6052911" y="457871"/>
                  </a:cubicBezTo>
                  <a:cubicBezTo>
                    <a:pt x="6034480" y="479919"/>
                    <a:pt x="6008961" y="499211"/>
                    <a:pt x="5983442" y="514369"/>
                  </a:cubicBezTo>
                  <a:cubicBezTo>
                    <a:pt x="5957923" y="529527"/>
                    <a:pt x="5928151" y="541929"/>
                    <a:pt x="5899796" y="547441"/>
                  </a:cubicBezTo>
                  <a:cubicBezTo>
                    <a:pt x="5870023" y="554331"/>
                    <a:pt x="5837416" y="555709"/>
                    <a:pt x="5807644" y="552953"/>
                  </a:cubicBezTo>
                  <a:cubicBezTo>
                    <a:pt x="5777871" y="548819"/>
                    <a:pt x="5748099" y="540551"/>
                    <a:pt x="5719744" y="528149"/>
                  </a:cubicBezTo>
                  <a:cubicBezTo>
                    <a:pt x="5692807" y="517125"/>
                    <a:pt x="5665870" y="499211"/>
                    <a:pt x="5644604" y="478541"/>
                  </a:cubicBezTo>
                  <a:cubicBezTo>
                    <a:pt x="5623338" y="459249"/>
                    <a:pt x="5603490" y="434446"/>
                    <a:pt x="5589313" y="408264"/>
                  </a:cubicBezTo>
                  <a:cubicBezTo>
                    <a:pt x="5575136" y="382082"/>
                    <a:pt x="5565211" y="353144"/>
                    <a:pt x="5560958" y="324207"/>
                  </a:cubicBezTo>
                  <a:cubicBezTo>
                    <a:pt x="5555287" y="295269"/>
                    <a:pt x="5555287" y="264953"/>
                    <a:pt x="5560958" y="236015"/>
                  </a:cubicBezTo>
                  <a:cubicBezTo>
                    <a:pt x="5565211" y="207078"/>
                    <a:pt x="5575136" y="176762"/>
                    <a:pt x="5589313" y="151958"/>
                  </a:cubicBezTo>
                  <a:cubicBezTo>
                    <a:pt x="5603490" y="125776"/>
                    <a:pt x="5623338" y="100973"/>
                    <a:pt x="5644604" y="81681"/>
                  </a:cubicBezTo>
                  <a:cubicBezTo>
                    <a:pt x="5665870" y="61011"/>
                    <a:pt x="5692807" y="43097"/>
                    <a:pt x="5719744" y="30695"/>
                  </a:cubicBezTo>
                  <a:cubicBezTo>
                    <a:pt x="5748099" y="19671"/>
                    <a:pt x="5777871" y="10025"/>
                    <a:pt x="5807644" y="7269"/>
                  </a:cubicBezTo>
                  <a:cubicBezTo>
                    <a:pt x="5837416" y="4514"/>
                    <a:pt x="5870023" y="5892"/>
                    <a:pt x="5899796" y="12781"/>
                  </a:cubicBezTo>
                  <a:cubicBezTo>
                    <a:pt x="5928151" y="18293"/>
                    <a:pt x="5957923" y="30695"/>
                    <a:pt x="5983442" y="45853"/>
                  </a:cubicBezTo>
                  <a:cubicBezTo>
                    <a:pt x="6010379" y="59633"/>
                    <a:pt x="6034480" y="80303"/>
                    <a:pt x="6052911" y="102351"/>
                  </a:cubicBezTo>
                  <a:cubicBezTo>
                    <a:pt x="6072760" y="124398"/>
                    <a:pt x="6089772" y="151958"/>
                    <a:pt x="6101114" y="178140"/>
                  </a:cubicBezTo>
                  <a:cubicBezTo>
                    <a:pt x="6111038" y="205700"/>
                    <a:pt x="6118127" y="236015"/>
                    <a:pt x="6119545" y="264953"/>
                  </a:cubicBezTo>
                  <a:cubicBezTo>
                    <a:pt x="6122380" y="293891"/>
                    <a:pt x="6118127" y="325585"/>
                    <a:pt x="6109620" y="353144"/>
                  </a:cubicBezTo>
                  <a:cubicBezTo>
                    <a:pt x="6102532" y="382082"/>
                    <a:pt x="6088354" y="409642"/>
                    <a:pt x="6071342" y="434446"/>
                  </a:cubicBezTo>
                  <a:cubicBezTo>
                    <a:pt x="6055747" y="457871"/>
                    <a:pt x="6033063" y="479919"/>
                    <a:pt x="6008961" y="497833"/>
                  </a:cubicBezTo>
                  <a:cubicBezTo>
                    <a:pt x="5984860" y="515747"/>
                    <a:pt x="5956505" y="530905"/>
                    <a:pt x="5928151" y="539173"/>
                  </a:cubicBezTo>
                  <a:cubicBezTo>
                    <a:pt x="5899796" y="548819"/>
                    <a:pt x="5889872" y="550197"/>
                    <a:pt x="5838834" y="554331"/>
                  </a:cubicBezTo>
                  <a:cubicBezTo>
                    <a:pt x="5529768" y="576378"/>
                    <a:pt x="3503829" y="525393"/>
                    <a:pt x="2590809" y="521259"/>
                  </a:cubicBezTo>
                  <a:cubicBezTo>
                    <a:pt x="1924475" y="518503"/>
                    <a:pt x="1293584" y="529527"/>
                    <a:pt x="861176" y="522637"/>
                  </a:cubicBezTo>
                  <a:cubicBezTo>
                    <a:pt x="601731" y="519881"/>
                    <a:pt x="363552" y="522637"/>
                    <a:pt x="238791" y="504723"/>
                  </a:cubicBezTo>
                  <a:cubicBezTo>
                    <a:pt x="184917" y="496455"/>
                    <a:pt x="153727" y="485431"/>
                    <a:pt x="125373" y="471651"/>
                  </a:cubicBezTo>
                  <a:cubicBezTo>
                    <a:pt x="104107" y="462005"/>
                    <a:pt x="91347" y="450981"/>
                    <a:pt x="77170" y="437202"/>
                  </a:cubicBezTo>
                  <a:cubicBezTo>
                    <a:pt x="62992" y="423422"/>
                    <a:pt x="50233" y="411020"/>
                    <a:pt x="38891" y="391728"/>
                  </a:cubicBezTo>
                  <a:cubicBezTo>
                    <a:pt x="23296" y="364168"/>
                    <a:pt x="4865" y="320073"/>
                    <a:pt x="612" y="281489"/>
                  </a:cubicBezTo>
                  <a:cubicBezTo>
                    <a:pt x="-2223" y="244283"/>
                    <a:pt x="4865" y="201566"/>
                    <a:pt x="20461" y="167116"/>
                  </a:cubicBezTo>
                  <a:cubicBezTo>
                    <a:pt x="34638" y="132666"/>
                    <a:pt x="61575" y="99595"/>
                    <a:pt x="91347" y="74791"/>
                  </a:cubicBezTo>
                  <a:cubicBezTo>
                    <a:pt x="121120" y="51365"/>
                    <a:pt x="167905" y="33451"/>
                    <a:pt x="199095" y="25183"/>
                  </a:cubicBezTo>
                  <a:cubicBezTo>
                    <a:pt x="221778" y="19671"/>
                    <a:pt x="258640" y="21049"/>
                    <a:pt x="258640" y="21049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sp>
        <p:nvSpPr>
          <p:cNvPr id="27" name="TextBox 27"/>
          <p:cNvSpPr txBox="1"/>
          <p:nvPr/>
        </p:nvSpPr>
        <p:spPr>
          <a:xfrm>
            <a:off x="12710381" y="9245376"/>
            <a:ext cx="5208225" cy="392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9"/>
              </a:lnSpc>
            </a:pPr>
            <a:r>
              <a:rPr lang="ka-GE" sz="2299" b="1" dirty="0">
                <a:solidFill>
                  <a:srgbClr val="3B365F"/>
                </a:solidFill>
                <a:latin typeface="Coco Gothic Bold"/>
                <a:ea typeface="Coco Gothic Bold"/>
                <a:cs typeface="Coco Gothic Bold"/>
                <a:sym typeface="Coco Gothic Bold"/>
              </a:rPr>
              <a:t>ნიკოლოზ კორძახია</a:t>
            </a:r>
            <a:endParaRPr lang="en-US" sz="2299" b="1" dirty="0">
              <a:solidFill>
                <a:srgbClr val="3B365F"/>
              </a:solidFill>
              <a:latin typeface="Coco Gothic Bold"/>
              <a:ea typeface="Coco Gothic Bold"/>
              <a:cs typeface="Coco Gothic Bold"/>
              <a:sym typeface="Coco Gothic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2855426" y="1433978"/>
            <a:ext cx="12433675" cy="26922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780"/>
              </a:lnSpc>
            </a:pPr>
            <a:r>
              <a:rPr lang="ka-GE" sz="7700" dirty="0">
                <a:solidFill>
                  <a:srgbClr val="3B365F"/>
                </a:solidFill>
              </a:rPr>
              <a:t>სამედიცინო შეცდომები და მათი პრევენცია</a:t>
            </a:r>
            <a:endParaRPr lang="en-US" sz="7700" dirty="0">
              <a:solidFill>
                <a:srgbClr val="3B365F"/>
              </a:solidFill>
              <a:latin typeface="TAN Headline"/>
              <a:sym typeface="TAN Headline"/>
            </a:endParaRPr>
          </a:p>
        </p:txBody>
      </p:sp>
      <p:sp>
        <p:nvSpPr>
          <p:cNvPr id="29" name="Freeform 2">
            <a:extLst>
              <a:ext uri="{FF2B5EF4-FFF2-40B4-BE49-F238E27FC236}">
                <a16:creationId xmlns:a16="http://schemas.microsoft.com/office/drawing/2014/main" id="{807DB166-D2B6-4404-A7ED-449F2A054C1A}"/>
              </a:ext>
            </a:extLst>
          </p:cNvPr>
          <p:cNvSpPr/>
          <p:nvPr/>
        </p:nvSpPr>
        <p:spPr>
          <a:xfrm rot="-591004">
            <a:off x="2964189" y="6104809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 rot="-441338" flipH="1">
            <a:off x="1608121" y="2418820"/>
            <a:ext cx="16065837" cy="10084176"/>
          </a:xfrm>
          <a:custGeom>
            <a:avLst/>
            <a:gdLst/>
            <a:ahLst/>
            <a:cxnLst/>
            <a:rect l="l" t="t" r="r" b="b"/>
            <a:pathLst>
              <a:path w="16065837" h="10084176">
                <a:moveTo>
                  <a:pt x="16065837" y="0"/>
                </a:moveTo>
                <a:lnTo>
                  <a:pt x="0" y="0"/>
                </a:lnTo>
                <a:lnTo>
                  <a:pt x="0" y="10084176"/>
                </a:lnTo>
                <a:lnTo>
                  <a:pt x="16065837" y="10084176"/>
                </a:lnTo>
                <a:lnTo>
                  <a:pt x="1606583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" name="Freeform 2"/>
          <p:cNvSpPr/>
          <p:nvPr/>
        </p:nvSpPr>
        <p:spPr>
          <a:xfrm rot="5755965">
            <a:off x="-2596635" y="-6569350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2386301">
            <a:off x="10358985" y="-3230434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3" y="0"/>
                </a:lnTo>
                <a:lnTo>
                  <a:pt x="9743833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4547103" y="3415779"/>
            <a:ext cx="3740897" cy="10287468"/>
          </a:xfrm>
          <a:custGeom>
            <a:avLst/>
            <a:gdLst/>
            <a:ahLst/>
            <a:cxnLst/>
            <a:rect l="l" t="t" r="r" b="b"/>
            <a:pathLst>
              <a:path w="3740897" h="10287468">
                <a:moveTo>
                  <a:pt x="3740897" y="0"/>
                </a:moveTo>
                <a:lnTo>
                  <a:pt x="0" y="0"/>
                </a:lnTo>
                <a:lnTo>
                  <a:pt x="0" y="10287467"/>
                </a:lnTo>
                <a:lnTo>
                  <a:pt x="3740897" y="10287467"/>
                </a:lnTo>
                <a:lnTo>
                  <a:pt x="3740897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82274" y="2956675"/>
            <a:ext cx="2273231" cy="7063711"/>
          </a:xfrm>
          <a:custGeom>
            <a:avLst/>
            <a:gdLst/>
            <a:ahLst/>
            <a:cxnLst/>
            <a:rect l="l" t="t" r="r" b="b"/>
            <a:pathLst>
              <a:path w="2273231" h="7063711">
                <a:moveTo>
                  <a:pt x="0" y="0"/>
                </a:moveTo>
                <a:lnTo>
                  <a:pt x="2273231" y="0"/>
                </a:lnTo>
                <a:lnTo>
                  <a:pt x="2273231" y="7063711"/>
                </a:lnTo>
                <a:lnTo>
                  <a:pt x="0" y="70637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322403" y="4984239"/>
            <a:ext cx="10432006" cy="3575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არასწორი სამედიცინო ქმედება </a:t>
            </a:r>
          </a:p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არასწორი გადაწყვეტილება </a:t>
            </a:r>
          </a:p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სტანდარტის დარღვევა </a:t>
            </a:r>
          </a:p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შესაძლებელია ზიანი პაციენტისთვის </a:t>
            </a:r>
            <a:r>
              <a:rPr lang="en-US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🗣 </a:t>
            </a: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რას იტყვი (მაგალითით):</a:t>
            </a:r>
          </a:p>
          <a:p>
            <a:pPr algn="l">
              <a:lnSpc>
                <a:spcPts val="3499"/>
              </a:lnSpc>
            </a:pPr>
            <a:endParaRPr lang="ka-GE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  <a:p>
            <a:pPr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</a:rPr>
              <a:t>მაგალითად, როცა ექიმი პაციენტს აძლევს ისეთ წამალს, რომელზეც მას ალერგია აქვს — ეს უკვე სამედიცინო შეცდომაა, მიუხედავად იმისა, რომ ექიმს ცუდი მიზანი არ ჰქონია.</a:t>
            </a:r>
            <a:endParaRPr lang="en-US" sz="2499" dirty="0">
              <a:solidFill>
                <a:srgbClr val="3B365F"/>
              </a:solidFill>
              <a:latin typeface="Coco Gothic"/>
              <a:sym typeface="Coco Gothi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855505" y="895350"/>
            <a:ext cx="12576991" cy="2273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ka-GE" sz="6600" dirty="0"/>
              <a:t>სამედიცინო შეცდომის განმარტება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262171">
            <a:off x="8699606" y="-2315196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41338" flipH="1">
            <a:off x="6563608" y="332299"/>
            <a:ext cx="16065837" cy="10084176"/>
          </a:xfrm>
          <a:custGeom>
            <a:avLst/>
            <a:gdLst/>
            <a:ahLst/>
            <a:cxnLst/>
            <a:rect l="l" t="t" r="r" b="b"/>
            <a:pathLst>
              <a:path w="16065837" h="10084176">
                <a:moveTo>
                  <a:pt x="16065837" y="0"/>
                </a:moveTo>
                <a:lnTo>
                  <a:pt x="0" y="0"/>
                </a:lnTo>
                <a:lnTo>
                  <a:pt x="0" y="10084176"/>
                </a:lnTo>
                <a:lnTo>
                  <a:pt x="16065837" y="10084176"/>
                </a:lnTo>
                <a:lnTo>
                  <a:pt x="16065837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44385" y="4943378"/>
            <a:ext cx="6847282" cy="6038058"/>
          </a:xfrm>
          <a:custGeom>
            <a:avLst/>
            <a:gdLst/>
            <a:ahLst/>
            <a:cxnLst/>
            <a:rect l="l" t="t" r="r" b="b"/>
            <a:pathLst>
              <a:path w="6847282" h="6038058">
                <a:moveTo>
                  <a:pt x="0" y="0"/>
                </a:moveTo>
                <a:lnTo>
                  <a:pt x="6847282" y="0"/>
                </a:lnTo>
                <a:lnTo>
                  <a:pt x="6847282" y="6038059"/>
                </a:lnTo>
                <a:lnTo>
                  <a:pt x="0" y="60380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8455488" y="3004645"/>
            <a:ext cx="9832511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ka-GE" sz="3200" dirty="0"/>
              <a:t>პაციენტის ჯანმრთელობის დაზიანება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3200" dirty="0"/>
              <a:t>მკურნალობის გახანგრძლივება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3200" dirty="0"/>
              <a:t>დამატებითი ფინანსური ხარჯები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3200" dirty="0"/>
              <a:t>ნდობის შემცირება ჯანდაცვაში</a:t>
            </a:r>
          </a:p>
          <a:p>
            <a:pPr>
              <a:buFont typeface="Arial" panose="020B0604020202020204" pitchFamily="34" charset="0"/>
              <a:buChar char="•"/>
            </a:pPr>
            <a:endParaRPr lang="ka-GE" sz="3200" dirty="0"/>
          </a:p>
          <a:p>
            <a:br>
              <a:rPr lang="ka-GE" sz="3200" dirty="0"/>
            </a:br>
            <a:r>
              <a:rPr lang="ka-GE" sz="3200" dirty="0"/>
              <a:t>„მაგალითად, არასწორი დიაგნოზის შემთხვევაში პაციენტმა შეიძლება მიიღოს არასწორი მკურნალობა, დაავადება დამძიმდეს და საბოლოოდ მკურნალობა უფრო ძვირი და რთული გახდეს.“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895350"/>
            <a:ext cx="9940611" cy="2273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ka-GE" sz="6600" dirty="0"/>
              <a:t>სამედიცინო შეცდომის განმარტება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262171">
            <a:off x="3492400" y="3970647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41338" flipH="1">
            <a:off x="1589676" y="5876162"/>
            <a:ext cx="7090051" cy="4450271"/>
          </a:xfrm>
          <a:custGeom>
            <a:avLst/>
            <a:gdLst/>
            <a:ahLst/>
            <a:cxnLst/>
            <a:rect l="l" t="t" r="r" b="b"/>
            <a:pathLst>
              <a:path w="7090051" h="4450271">
                <a:moveTo>
                  <a:pt x="7090051" y="0"/>
                </a:moveTo>
                <a:lnTo>
                  <a:pt x="0" y="0"/>
                </a:lnTo>
                <a:lnTo>
                  <a:pt x="0" y="4450270"/>
                </a:lnTo>
                <a:lnTo>
                  <a:pt x="7090051" y="4450270"/>
                </a:lnTo>
                <a:lnTo>
                  <a:pt x="709005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441338" flipH="1">
            <a:off x="8620022" y="5876162"/>
            <a:ext cx="7090051" cy="4450271"/>
          </a:xfrm>
          <a:custGeom>
            <a:avLst/>
            <a:gdLst/>
            <a:ahLst/>
            <a:cxnLst/>
            <a:rect l="l" t="t" r="r" b="b"/>
            <a:pathLst>
              <a:path w="7090051" h="4450271">
                <a:moveTo>
                  <a:pt x="7090051" y="0"/>
                </a:moveTo>
                <a:lnTo>
                  <a:pt x="0" y="0"/>
                </a:lnTo>
                <a:lnTo>
                  <a:pt x="0" y="4450270"/>
                </a:lnTo>
                <a:lnTo>
                  <a:pt x="7090051" y="4450270"/>
                </a:lnTo>
                <a:lnTo>
                  <a:pt x="709005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441338" flipH="1">
            <a:off x="2577927" y="2244644"/>
            <a:ext cx="7090051" cy="4450271"/>
          </a:xfrm>
          <a:custGeom>
            <a:avLst/>
            <a:gdLst/>
            <a:ahLst/>
            <a:cxnLst/>
            <a:rect l="l" t="t" r="r" b="b"/>
            <a:pathLst>
              <a:path w="7090051" h="4450271">
                <a:moveTo>
                  <a:pt x="7090051" y="0"/>
                </a:moveTo>
                <a:lnTo>
                  <a:pt x="0" y="0"/>
                </a:lnTo>
                <a:lnTo>
                  <a:pt x="0" y="4450271"/>
                </a:lnTo>
                <a:lnTo>
                  <a:pt x="7090051" y="4450271"/>
                </a:lnTo>
                <a:lnTo>
                  <a:pt x="709005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441338" flipH="1">
            <a:off x="9608274" y="2177969"/>
            <a:ext cx="7090051" cy="4450271"/>
          </a:xfrm>
          <a:custGeom>
            <a:avLst/>
            <a:gdLst/>
            <a:ahLst/>
            <a:cxnLst/>
            <a:rect l="l" t="t" r="r" b="b"/>
            <a:pathLst>
              <a:path w="7090051" h="4450271">
                <a:moveTo>
                  <a:pt x="7090051" y="0"/>
                </a:moveTo>
                <a:lnTo>
                  <a:pt x="0" y="0"/>
                </a:lnTo>
                <a:lnTo>
                  <a:pt x="0" y="4450271"/>
                </a:lnTo>
                <a:lnTo>
                  <a:pt x="7090051" y="4450271"/>
                </a:lnTo>
                <a:lnTo>
                  <a:pt x="709005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2352" y="2262600"/>
            <a:ext cx="2428154" cy="8002923"/>
          </a:xfrm>
          <a:custGeom>
            <a:avLst/>
            <a:gdLst/>
            <a:ahLst/>
            <a:cxnLst/>
            <a:rect l="l" t="t" r="r" b="b"/>
            <a:pathLst>
              <a:path w="2428154" h="8002923">
                <a:moveTo>
                  <a:pt x="0" y="0"/>
                </a:moveTo>
                <a:lnTo>
                  <a:pt x="2428153" y="0"/>
                </a:lnTo>
                <a:lnTo>
                  <a:pt x="2428153" y="8002924"/>
                </a:lnTo>
                <a:lnTo>
                  <a:pt x="0" y="80029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r="-184644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147616" y="2284077"/>
            <a:ext cx="3362376" cy="8002923"/>
          </a:xfrm>
          <a:custGeom>
            <a:avLst/>
            <a:gdLst/>
            <a:ahLst/>
            <a:cxnLst/>
            <a:rect l="l" t="t" r="r" b="b"/>
            <a:pathLst>
              <a:path w="3362376" h="8002923">
                <a:moveTo>
                  <a:pt x="0" y="0"/>
                </a:moveTo>
                <a:lnTo>
                  <a:pt x="3362376" y="0"/>
                </a:lnTo>
                <a:lnTo>
                  <a:pt x="3362376" y="8002923"/>
                </a:lnTo>
                <a:lnTo>
                  <a:pt x="0" y="800292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05557"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2596515" y="4509135"/>
            <a:ext cx="558165" cy="1234440"/>
            <a:chOff x="0" y="0"/>
            <a:chExt cx="744220" cy="1645920"/>
          </a:xfrm>
        </p:grpSpPr>
        <p:sp>
          <p:nvSpPr>
            <p:cNvPr id="10" name="Freeform 10"/>
            <p:cNvSpPr/>
            <p:nvPr/>
          </p:nvSpPr>
          <p:spPr>
            <a:xfrm>
              <a:off x="48790" y="50564"/>
              <a:ext cx="644826" cy="1544747"/>
            </a:xfrm>
            <a:custGeom>
              <a:avLst/>
              <a:gdLst/>
              <a:ahLst/>
              <a:cxnLst/>
              <a:rect l="l" t="t" r="r" b="b"/>
              <a:pathLst>
                <a:path w="644826" h="1544747">
                  <a:moveTo>
                    <a:pt x="167110" y="65006"/>
                  </a:moveTo>
                  <a:cubicBezTo>
                    <a:pt x="281410" y="550146"/>
                    <a:pt x="322050" y="688576"/>
                    <a:pt x="357610" y="782556"/>
                  </a:cubicBezTo>
                  <a:cubicBezTo>
                    <a:pt x="381740" y="847326"/>
                    <a:pt x="410950" y="886696"/>
                    <a:pt x="431270" y="943846"/>
                  </a:cubicBezTo>
                  <a:cubicBezTo>
                    <a:pt x="452860" y="1007346"/>
                    <a:pt x="456670" y="1083546"/>
                    <a:pt x="478260" y="1147046"/>
                  </a:cubicBezTo>
                  <a:cubicBezTo>
                    <a:pt x="498580" y="1206736"/>
                    <a:pt x="525250" y="1268966"/>
                    <a:pt x="554460" y="1314686"/>
                  </a:cubicBezTo>
                  <a:cubicBezTo>
                    <a:pt x="578590" y="1351516"/>
                    <a:pt x="621770" y="1383266"/>
                    <a:pt x="634470" y="1406126"/>
                  </a:cubicBezTo>
                  <a:cubicBezTo>
                    <a:pt x="640820" y="1417556"/>
                    <a:pt x="643360" y="1423906"/>
                    <a:pt x="644630" y="1435336"/>
                  </a:cubicBezTo>
                  <a:cubicBezTo>
                    <a:pt x="645900" y="1450576"/>
                    <a:pt x="640820" y="1479786"/>
                    <a:pt x="634470" y="1495026"/>
                  </a:cubicBezTo>
                  <a:cubicBezTo>
                    <a:pt x="630660" y="1505186"/>
                    <a:pt x="625580" y="1511536"/>
                    <a:pt x="616690" y="1519156"/>
                  </a:cubicBezTo>
                  <a:cubicBezTo>
                    <a:pt x="603990" y="1529316"/>
                    <a:pt x="579860" y="1542016"/>
                    <a:pt x="560810" y="1544556"/>
                  </a:cubicBezTo>
                  <a:cubicBezTo>
                    <a:pt x="543030" y="1545826"/>
                    <a:pt x="518900" y="1540746"/>
                    <a:pt x="502390" y="1530586"/>
                  </a:cubicBezTo>
                  <a:cubicBezTo>
                    <a:pt x="485880" y="1521696"/>
                    <a:pt x="470640" y="1500106"/>
                    <a:pt x="463020" y="1484866"/>
                  </a:cubicBezTo>
                  <a:cubicBezTo>
                    <a:pt x="457940" y="1474706"/>
                    <a:pt x="456670" y="1467086"/>
                    <a:pt x="456670" y="1455656"/>
                  </a:cubicBezTo>
                  <a:cubicBezTo>
                    <a:pt x="457940" y="1439146"/>
                    <a:pt x="461750" y="1412476"/>
                    <a:pt x="473180" y="1397236"/>
                  </a:cubicBezTo>
                  <a:cubicBezTo>
                    <a:pt x="483340" y="1380726"/>
                    <a:pt x="506200" y="1366756"/>
                    <a:pt x="521440" y="1360406"/>
                  </a:cubicBezTo>
                  <a:cubicBezTo>
                    <a:pt x="531600" y="1356596"/>
                    <a:pt x="541760" y="1355326"/>
                    <a:pt x="551920" y="1355326"/>
                  </a:cubicBezTo>
                  <a:cubicBezTo>
                    <a:pt x="560810" y="1355326"/>
                    <a:pt x="570970" y="1356596"/>
                    <a:pt x="581130" y="1360406"/>
                  </a:cubicBezTo>
                  <a:cubicBezTo>
                    <a:pt x="596370" y="1366756"/>
                    <a:pt x="619230" y="1384536"/>
                    <a:pt x="629390" y="1397236"/>
                  </a:cubicBezTo>
                  <a:cubicBezTo>
                    <a:pt x="637010" y="1406126"/>
                    <a:pt x="639550" y="1413746"/>
                    <a:pt x="642090" y="1425176"/>
                  </a:cubicBezTo>
                  <a:cubicBezTo>
                    <a:pt x="645900" y="1440416"/>
                    <a:pt x="645900" y="1467086"/>
                    <a:pt x="639550" y="1484866"/>
                  </a:cubicBezTo>
                  <a:cubicBezTo>
                    <a:pt x="631930" y="1502646"/>
                    <a:pt x="612880" y="1521696"/>
                    <a:pt x="600180" y="1530586"/>
                  </a:cubicBezTo>
                  <a:cubicBezTo>
                    <a:pt x="590020" y="1538206"/>
                    <a:pt x="582400" y="1540746"/>
                    <a:pt x="570970" y="1542016"/>
                  </a:cubicBezTo>
                  <a:cubicBezTo>
                    <a:pt x="555730" y="1544556"/>
                    <a:pt x="532870" y="1547096"/>
                    <a:pt x="511280" y="1535666"/>
                  </a:cubicBezTo>
                  <a:cubicBezTo>
                    <a:pt x="469370" y="1514076"/>
                    <a:pt x="402060" y="1417556"/>
                    <a:pt x="369040" y="1364216"/>
                  </a:cubicBezTo>
                  <a:cubicBezTo>
                    <a:pt x="344910" y="1326116"/>
                    <a:pt x="337290" y="1299446"/>
                    <a:pt x="320780" y="1253726"/>
                  </a:cubicBezTo>
                  <a:cubicBezTo>
                    <a:pt x="295380" y="1181336"/>
                    <a:pt x="272520" y="1067036"/>
                    <a:pt x="240770" y="966706"/>
                  </a:cubicBezTo>
                  <a:cubicBezTo>
                    <a:pt x="206480" y="854946"/>
                    <a:pt x="149330" y="717786"/>
                    <a:pt x="118850" y="612376"/>
                  </a:cubicBezTo>
                  <a:cubicBezTo>
                    <a:pt x="93450" y="529826"/>
                    <a:pt x="79480" y="468866"/>
                    <a:pt x="61700" y="386316"/>
                  </a:cubicBezTo>
                  <a:cubicBezTo>
                    <a:pt x="40110" y="288526"/>
                    <a:pt x="-10690" y="120886"/>
                    <a:pt x="2010" y="62466"/>
                  </a:cubicBezTo>
                  <a:cubicBezTo>
                    <a:pt x="8360" y="37066"/>
                    <a:pt x="21060" y="24366"/>
                    <a:pt x="37570" y="12936"/>
                  </a:cubicBezTo>
                  <a:cubicBezTo>
                    <a:pt x="52810" y="2776"/>
                    <a:pt x="78210" y="-1034"/>
                    <a:pt x="95990" y="236"/>
                  </a:cubicBezTo>
                  <a:cubicBezTo>
                    <a:pt x="109960" y="1506"/>
                    <a:pt x="122660" y="5316"/>
                    <a:pt x="134090" y="15476"/>
                  </a:cubicBezTo>
                  <a:cubicBezTo>
                    <a:pt x="146790" y="25636"/>
                    <a:pt x="167110" y="65006"/>
                    <a:pt x="167110" y="6500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3106102" y="5699760"/>
            <a:ext cx="194310" cy="197167"/>
            <a:chOff x="0" y="0"/>
            <a:chExt cx="259080" cy="262890"/>
          </a:xfrm>
        </p:grpSpPr>
        <p:sp>
          <p:nvSpPr>
            <p:cNvPr id="12" name="Freeform 12"/>
            <p:cNvSpPr/>
            <p:nvPr/>
          </p:nvSpPr>
          <p:spPr>
            <a:xfrm>
              <a:off x="46003" y="49802"/>
              <a:ext cx="158467" cy="163241"/>
            </a:xfrm>
            <a:custGeom>
              <a:avLst/>
              <a:gdLst/>
              <a:ahLst/>
              <a:cxnLst/>
              <a:rect l="l" t="t" r="r" b="b"/>
              <a:pathLst>
                <a:path w="158467" h="163241">
                  <a:moveTo>
                    <a:pt x="158467" y="55608"/>
                  </a:moveTo>
                  <a:cubicBezTo>
                    <a:pt x="154657" y="114028"/>
                    <a:pt x="130527" y="144508"/>
                    <a:pt x="112747" y="154668"/>
                  </a:cubicBezTo>
                  <a:cubicBezTo>
                    <a:pt x="101317" y="162288"/>
                    <a:pt x="88617" y="164828"/>
                    <a:pt x="74647" y="162288"/>
                  </a:cubicBezTo>
                  <a:cubicBezTo>
                    <a:pt x="54327" y="158478"/>
                    <a:pt x="20037" y="141968"/>
                    <a:pt x="8607" y="122918"/>
                  </a:cubicBezTo>
                  <a:cubicBezTo>
                    <a:pt x="-2823" y="102598"/>
                    <a:pt x="-1553" y="64498"/>
                    <a:pt x="4797" y="45448"/>
                  </a:cubicBezTo>
                  <a:cubicBezTo>
                    <a:pt x="8607" y="31478"/>
                    <a:pt x="16227" y="22588"/>
                    <a:pt x="28927" y="14968"/>
                  </a:cubicBezTo>
                  <a:cubicBezTo>
                    <a:pt x="45437" y="4808"/>
                    <a:pt x="84807" y="-2812"/>
                    <a:pt x="103857" y="998"/>
                  </a:cubicBezTo>
                  <a:cubicBezTo>
                    <a:pt x="117827" y="3538"/>
                    <a:pt x="138147" y="21318"/>
                    <a:pt x="138147" y="2131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8724900" y="3016567"/>
            <a:ext cx="644843" cy="566738"/>
            <a:chOff x="0" y="0"/>
            <a:chExt cx="859790" cy="755650"/>
          </a:xfrm>
        </p:grpSpPr>
        <p:sp>
          <p:nvSpPr>
            <p:cNvPr id="14" name="Freeform 14"/>
            <p:cNvSpPr/>
            <p:nvPr/>
          </p:nvSpPr>
          <p:spPr>
            <a:xfrm>
              <a:off x="50800" y="49378"/>
              <a:ext cx="758190" cy="654491"/>
            </a:xfrm>
            <a:custGeom>
              <a:avLst/>
              <a:gdLst/>
              <a:ahLst/>
              <a:cxnLst/>
              <a:rect l="l" t="t" r="r" b="b"/>
              <a:pathLst>
                <a:path w="758190" h="654491">
                  <a:moveTo>
                    <a:pt x="123190" y="6502"/>
                  </a:moveTo>
                  <a:cubicBezTo>
                    <a:pt x="515620" y="282092"/>
                    <a:pt x="695960" y="439572"/>
                    <a:pt x="739140" y="504342"/>
                  </a:cubicBezTo>
                  <a:cubicBezTo>
                    <a:pt x="754380" y="527202"/>
                    <a:pt x="758190" y="541172"/>
                    <a:pt x="758190" y="560222"/>
                  </a:cubicBezTo>
                  <a:cubicBezTo>
                    <a:pt x="758190" y="579272"/>
                    <a:pt x="751840" y="600862"/>
                    <a:pt x="740410" y="616102"/>
                  </a:cubicBezTo>
                  <a:cubicBezTo>
                    <a:pt x="728980" y="631342"/>
                    <a:pt x="709930" y="645312"/>
                    <a:pt x="692150" y="650392"/>
                  </a:cubicBezTo>
                  <a:cubicBezTo>
                    <a:pt x="673100" y="655472"/>
                    <a:pt x="650240" y="654202"/>
                    <a:pt x="632460" y="647852"/>
                  </a:cubicBezTo>
                  <a:cubicBezTo>
                    <a:pt x="614680" y="641502"/>
                    <a:pt x="596900" y="622452"/>
                    <a:pt x="586740" y="609752"/>
                  </a:cubicBezTo>
                  <a:cubicBezTo>
                    <a:pt x="580390" y="600862"/>
                    <a:pt x="576580" y="593242"/>
                    <a:pt x="575310" y="581812"/>
                  </a:cubicBezTo>
                  <a:cubicBezTo>
                    <a:pt x="572770" y="566572"/>
                    <a:pt x="575310" y="538632"/>
                    <a:pt x="581660" y="523392"/>
                  </a:cubicBezTo>
                  <a:cubicBezTo>
                    <a:pt x="585470" y="513232"/>
                    <a:pt x="589280" y="505612"/>
                    <a:pt x="598170" y="497992"/>
                  </a:cubicBezTo>
                  <a:cubicBezTo>
                    <a:pt x="609600" y="487832"/>
                    <a:pt x="631190" y="472592"/>
                    <a:pt x="648970" y="470052"/>
                  </a:cubicBezTo>
                  <a:cubicBezTo>
                    <a:pt x="668020" y="466242"/>
                    <a:pt x="693420" y="472592"/>
                    <a:pt x="708660" y="478942"/>
                  </a:cubicBezTo>
                  <a:cubicBezTo>
                    <a:pt x="718820" y="482752"/>
                    <a:pt x="725170" y="489102"/>
                    <a:pt x="732790" y="496722"/>
                  </a:cubicBezTo>
                  <a:cubicBezTo>
                    <a:pt x="739140" y="503072"/>
                    <a:pt x="745490" y="510692"/>
                    <a:pt x="749300" y="520852"/>
                  </a:cubicBezTo>
                  <a:cubicBezTo>
                    <a:pt x="754380" y="536092"/>
                    <a:pt x="760730" y="561492"/>
                    <a:pt x="756920" y="580542"/>
                  </a:cubicBezTo>
                  <a:cubicBezTo>
                    <a:pt x="753110" y="598322"/>
                    <a:pt x="740410" y="618642"/>
                    <a:pt x="726440" y="631342"/>
                  </a:cubicBezTo>
                  <a:cubicBezTo>
                    <a:pt x="712470" y="642772"/>
                    <a:pt x="690880" y="652932"/>
                    <a:pt x="671830" y="654202"/>
                  </a:cubicBezTo>
                  <a:cubicBezTo>
                    <a:pt x="652780" y="655472"/>
                    <a:pt x="638810" y="652932"/>
                    <a:pt x="614680" y="638962"/>
                  </a:cubicBezTo>
                  <a:cubicBezTo>
                    <a:pt x="543560" y="598322"/>
                    <a:pt x="378460" y="386232"/>
                    <a:pt x="266700" y="296062"/>
                  </a:cubicBezTo>
                  <a:cubicBezTo>
                    <a:pt x="180340" y="226212"/>
                    <a:pt x="49530" y="179222"/>
                    <a:pt x="16510" y="132232"/>
                  </a:cubicBezTo>
                  <a:cubicBezTo>
                    <a:pt x="1270" y="111912"/>
                    <a:pt x="0" y="91592"/>
                    <a:pt x="0" y="73812"/>
                  </a:cubicBezTo>
                  <a:cubicBezTo>
                    <a:pt x="1270" y="59842"/>
                    <a:pt x="5080" y="47142"/>
                    <a:pt x="13970" y="35712"/>
                  </a:cubicBezTo>
                  <a:cubicBezTo>
                    <a:pt x="24130" y="21742"/>
                    <a:pt x="44450" y="5232"/>
                    <a:pt x="63500" y="1422"/>
                  </a:cubicBezTo>
                  <a:cubicBezTo>
                    <a:pt x="81280" y="-3658"/>
                    <a:pt x="123190" y="6502"/>
                    <a:pt x="123190" y="650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0100310" y="5636895"/>
            <a:ext cx="739140" cy="760095"/>
            <a:chOff x="0" y="0"/>
            <a:chExt cx="985520" cy="1013460"/>
          </a:xfrm>
        </p:grpSpPr>
        <p:sp>
          <p:nvSpPr>
            <p:cNvPr id="16" name="Freeform 16"/>
            <p:cNvSpPr/>
            <p:nvPr/>
          </p:nvSpPr>
          <p:spPr>
            <a:xfrm>
              <a:off x="49866" y="46185"/>
              <a:ext cx="885078" cy="917946"/>
            </a:xfrm>
            <a:custGeom>
              <a:avLst/>
              <a:gdLst/>
              <a:ahLst/>
              <a:cxnLst/>
              <a:rect l="l" t="t" r="r" b="b"/>
              <a:pathLst>
                <a:path w="885078" h="917946">
                  <a:moveTo>
                    <a:pt x="160954" y="46525"/>
                  </a:moveTo>
                  <a:cubicBezTo>
                    <a:pt x="224454" y="158285"/>
                    <a:pt x="313354" y="282745"/>
                    <a:pt x="393364" y="370375"/>
                  </a:cubicBezTo>
                  <a:cubicBezTo>
                    <a:pt x="482264" y="466895"/>
                    <a:pt x="618154" y="586275"/>
                    <a:pt x="703244" y="652315"/>
                  </a:cubicBezTo>
                  <a:cubicBezTo>
                    <a:pt x="755314" y="694225"/>
                    <a:pt x="807384" y="717085"/>
                    <a:pt x="837864" y="743755"/>
                  </a:cubicBezTo>
                  <a:cubicBezTo>
                    <a:pt x="855644" y="760265"/>
                    <a:pt x="869614" y="774235"/>
                    <a:pt x="877234" y="788205"/>
                  </a:cubicBezTo>
                  <a:cubicBezTo>
                    <a:pt x="882314" y="798365"/>
                    <a:pt x="884854" y="805985"/>
                    <a:pt x="884854" y="817415"/>
                  </a:cubicBezTo>
                  <a:cubicBezTo>
                    <a:pt x="884854" y="832655"/>
                    <a:pt x="881044" y="858055"/>
                    <a:pt x="870884" y="874565"/>
                  </a:cubicBezTo>
                  <a:cubicBezTo>
                    <a:pt x="860724" y="889805"/>
                    <a:pt x="842944" y="905045"/>
                    <a:pt x="825164" y="911395"/>
                  </a:cubicBezTo>
                  <a:cubicBezTo>
                    <a:pt x="807384" y="917745"/>
                    <a:pt x="781984" y="916475"/>
                    <a:pt x="765474" y="913935"/>
                  </a:cubicBezTo>
                  <a:cubicBezTo>
                    <a:pt x="755314" y="911395"/>
                    <a:pt x="747694" y="907585"/>
                    <a:pt x="738804" y="899965"/>
                  </a:cubicBezTo>
                  <a:cubicBezTo>
                    <a:pt x="727374" y="889805"/>
                    <a:pt x="709594" y="870755"/>
                    <a:pt x="704514" y="852975"/>
                  </a:cubicBezTo>
                  <a:cubicBezTo>
                    <a:pt x="698164" y="835195"/>
                    <a:pt x="699434" y="811065"/>
                    <a:pt x="705784" y="793285"/>
                  </a:cubicBezTo>
                  <a:cubicBezTo>
                    <a:pt x="712134" y="775505"/>
                    <a:pt x="729914" y="756455"/>
                    <a:pt x="742614" y="747565"/>
                  </a:cubicBezTo>
                  <a:cubicBezTo>
                    <a:pt x="751504" y="739945"/>
                    <a:pt x="760394" y="737405"/>
                    <a:pt x="770554" y="734865"/>
                  </a:cubicBezTo>
                  <a:cubicBezTo>
                    <a:pt x="779444" y="732325"/>
                    <a:pt x="788334" y="731055"/>
                    <a:pt x="799764" y="732325"/>
                  </a:cubicBezTo>
                  <a:cubicBezTo>
                    <a:pt x="815004" y="734865"/>
                    <a:pt x="840404" y="743755"/>
                    <a:pt x="854374" y="755185"/>
                  </a:cubicBezTo>
                  <a:cubicBezTo>
                    <a:pt x="868344" y="767885"/>
                    <a:pt x="879774" y="788205"/>
                    <a:pt x="883584" y="807255"/>
                  </a:cubicBezTo>
                  <a:cubicBezTo>
                    <a:pt x="887394" y="825035"/>
                    <a:pt x="883584" y="849165"/>
                    <a:pt x="875964" y="865675"/>
                  </a:cubicBezTo>
                  <a:cubicBezTo>
                    <a:pt x="867074" y="882185"/>
                    <a:pt x="850564" y="898695"/>
                    <a:pt x="834054" y="907585"/>
                  </a:cubicBezTo>
                  <a:cubicBezTo>
                    <a:pt x="817544" y="916475"/>
                    <a:pt x="798494" y="920285"/>
                    <a:pt x="775634" y="916475"/>
                  </a:cubicBezTo>
                  <a:cubicBezTo>
                    <a:pt x="740074" y="908855"/>
                    <a:pt x="690544" y="874565"/>
                    <a:pt x="649904" y="845355"/>
                  </a:cubicBezTo>
                  <a:cubicBezTo>
                    <a:pt x="600374" y="809795"/>
                    <a:pt x="541954" y="753915"/>
                    <a:pt x="505124" y="713275"/>
                  </a:cubicBezTo>
                  <a:cubicBezTo>
                    <a:pt x="478454" y="682795"/>
                    <a:pt x="470834" y="654855"/>
                    <a:pt x="442894" y="626915"/>
                  </a:cubicBezTo>
                  <a:cubicBezTo>
                    <a:pt x="407334" y="590085"/>
                    <a:pt x="343834" y="563415"/>
                    <a:pt x="298114" y="520235"/>
                  </a:cubicBezTo>
                  <a:cubicBezTo>
                    <a:pt x="246044" y="471975"/>
                    <a:pt x="197784" y="403395"/>
                    <a:pt x="153334" y="344975"/>
                  </a:cubicBezTo>
                  <a:cubicBezTo>
                    <a:pt x="110154" y="289095"/>
                    <a:pt x="61894" y="224325"/>
                    <a:pt x="35224" y="178605"/>
                  </a:cubicBezTo>
                  <a:cubicBezTo>
                    <a:pt x="18714" y="149395"/>
                    <a:pt x="4744" y="126535"/>
                    <a:pt x="934" y="102405"/>
                  </a:cubicBezTo>
                  <a:cubicBezTo>
                    <a:pt x="-1606" y="82085"/>
                    <a:pt x="934" y="59225"/>
                    <a:pt x="9824" y="42715"/>
                  </a:cubicBezTo>
                  <a:cubicBezTo>
                    <a:pt x="18714" y="26205"/>
                    <a:pt x="37764" y="10965"/>
                    <a:pt x="55544" y="4615"/>
                  </a:cubicBezTo>
                  <a:cubicBezTo>
                    <a:pt x="73324" y="-1735"/>
                    <a:pt x="98724" y="-1735"/>
                    <a:pt x="116504" y="5885"/>
                  </a:cubicBezTo>
                  <a:cubicBezTo>
                    <a:pt x="133014" y="12235"/>
                    <a:pt x="160954" y="46525"/>
                    <a:pt x="160954" y="46525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3448348" y="2546033"/>
            <a:ext cx="1091565" cy="437197"/>
            <a:chOff x="0" y="0"/>
            <a:chExt cx="1455420" cy="582930"/>
          </a:xfrm>
        </p:grpSpPr>
        <p:sp>
          <p:nvSpPr>
            <p:cNvPr id="18" name="Freeform 18"/>
            <p:cNvSpPr/>
            <p:nvPr/>
          </p:nvSpPr>
          <p:spPr>
            <a:xfrm>
              <a:off x="50146" y="44316"/>
              <a:ext cx="1355479" cy="488314"/>
            </a:xfrm>
            <a:custGeom>
              <a:avLst/>
              <a:gdLst/>
              <a:ahLst/>
              <a:cxnLst/>
              <a:rect l="l" t="t" r="r" b="b"/>
              <a:pathLst>
                <a:path w="1355479" h="488314">
                  <a:moveTo>
                    <a:pt x="1283354" y="170314"/>
                  </a:moveTo>
                  <a:cubicBezTo>
                    <a:pt x="747414" y="241434"/>
                    <a:pt x="508654" y="327794"/>
                    <a:pt x="361334" y="381134"/>
                  </a:cubicBezTo>
                  <a:cubicBezTo>
                    <a:pt x="259734" y="419234"/>
                    <a:pt x="153054" y="477654"/>
                    <a:pt x="108604" y="486544"/>
                  </a:cubicBezTo>
                  <a:cubicBezTo>
                    <a:pt x="93364" y="489084"/>
                    <a:pt x="88284" y="489084"/>
                    <a:pt x="78124" y="485274"/>
                  </a:cubicBezTo>
                  <a:cubicBezTo>
                    <a:pt x="61614" y="481464"/>
                    <a:pt x="37484" y="470034"/>
                    <a:pt x="24784" y="454794"/>
                  </a:cubicBezTo>
                  <a:cubicBezTo>
                    <a:pt x="12084" y="440824"/>
                    <a:pt x="1924" y="417964"/>
                    <a:pt x="654" y="398914"/>
                  </a:cubicBezTo>
                  <a:cubicBezTo>
                    <a:pt x="-616" y="379864"/>
                    <a:pt x="4464" y="355734"/>
                    <a:pt x="15894" y="340494"/>
                  </a:cubicBezTo>
                  <a:cubicBezTo>
                    <a:pt x="26054" y="323984"/>
                    <a:pt x="47644" y="308744"/>
                    <a:pt x="62884" y="302394"/>
                  </a:cubicBezTo>
                  <a:cubicBezTo>
                    <a:pt x="73044" y="297314"/>
                    <a:pt x="81934" y="296044"/>
                    <a:pt x="93364" y="296044"/>
                  </a:cubicBezTo>
                  <a:cubicBezTo>
                    <a:pt x="109874" y="297314"/>
                    <a:pt x="137814" y="306204"/>
                    <a:pt x="151784" y="313824"/>
                  </a:cubicBezTo>
                  <a:cubicBezTo>
                    <a:pt x="161944" y="320174"/>
                    <a:pt x="167024" y="326524"/>
                    <a:pt x="173374" y="336684"/>
                  </a:cubicBezTo>
                  <a:cubicBezTo>
                    <a:pt x="182264" y="350654"/>
                    <a:pt x="189884" y="378594"/>
                    <a:pt x="191154" y="395104"/>
                  </a:cubicBezTo>
                  <a:cubicBezTo>
                    <a:pt x="191154" y="406534"/>
                    <a:pt x="189884" y="414154"/>
                    <a:pt x="184804" y="424314"/>
                  </a:cubicBezTo>
                  <a:cubicBezTo>
                    <a:pt x="178454" y="439554"/>
                    <a:pt x="163214" y="462414"/>
                    <a:pt x="146704" y="472574"/>
                  </a:cubicBezTo>
                  <a:cubicBezTo>
                    <a:pt x="130194" y="482734"/>
                    <a:pt x="103524" y="486544"/>
                    <a:pt x="88284" y="486544"/>
                  </a:cubicBezTo>
                  <a:cubicBezTo>
                    <a:pt x="75584" y="486544"/>
                    <a:pt x="67964" y="485274"/>
                    <a:pt x="57804" y="478924"/>
                  </a:cubicBezTo>
                  <a:cubicBezTo>
                    <a:pt x="43834" y="471304"/>
                    <a:pt x="22244" y="454794"/>
                    <a:pt x="12084" y="438284"/>
                  </a:cubicBezTo>
                  <a:cubicBezTo>
                    <a:pt x="3194" y="421774"/>
                    <a:pt x="-1886" y="397644"/>
                    <a:pt x="654" y="378594"/>
                  </a:cubicBezTo>
                  <a:cubicBezTo>
                    <a:pt x="3194" y="359544"/>
                    <a:pt x="17164" y="336684"/>
                    <a:pt x="28594" y="323984"/>
                  </a:cubicBezTo>
                  <a:cubicBezTo>
                    <a:pt x="36214" y="315094"/>
                    <a:pt x="40024" y="312554"/>
                    <a:pt x="53994" y="306204"/>
                  </a:cubicBezTo>
                  <a:cubicBezTo>
                    <a:pt x="87014" y="288424"/>
                    <a:pt x="194964" y="260484"/>
                    <a:pt x="249574" y="237624"/>
                  </a:cubicBezTo>
                  <a:cubicBezTo>
                    <a:pt x="290214" y="219844"/>
                    <a:pt x="304184" y="203334"/>
                    <a:pt x="353714" y="184284"/>
                  </a:cubicBezTo>
                  <a:cubicBezTo>
                    <a:pt x="465474" y="141104"/>
                    <a:pt x="807104" y="36964"/>
                    <a:pt x="915054" y="28074"/>
                  </a:cubicBezTo>
                  <a:cubicBezTo>
                    <a:pt x="958234" y="25534"/>
                    <a:pt x="976014" y="40774"/>
                    <a:pt x="1006494" y="38234"/>
                  </a:cubicBezTo>
                  <a:cubicBezTo>
                    <a:pt x="1038244" y="36964"/>
                    <a:pt x="1062374" y="20454"/>
                    <a:pt x="1097934" y="15374"/>
                  </a:cubicBezTo>
                  <a:cubicBezTo>
                    <a:pt x="1152544" y="6484"/>
                    <a:pt x="1257954" y="-8756"/>
                    <a:pt x="1299864" y="6484"/>
                  </a:cubicBezTo>
                  <a:cubicBezTo>
                    <a:pt x="1322724" y="14104"/>
                    <a:pt x="1336694" y="28074"/>
                    <a:pt x="1345584" y="44584"/>
                  </a:cubicBezTo>
                  <a:cubicBezTo>
                    <a:pt x="1354474" y="61094"/>
                    <a:pt x="1358284" y="86494"/>
                    <a:pt x="1353204" y="104274"/>
                  </a:cubicBezTo>
                  <a:cubicBezTo>
                    <a:pt x="1349394" y="122054"/>
                    <a:pt x="1334154" y="143644"/>
                    <a:pt x="1320184" y="155074"/>
                  </a:cubicBezTo>
                  <a:cubicBezTo>
                    <a:pt x="1310024" y="163964"/>
                    <a:pt x="1283354" y="170314"/>
                    <a:pt x="1283354" y="170314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3270230" y="2882265"/>
            <a:ext cx="192405" cy="199072"/>
            <a:chOff x="0" y="0"/>
            <a:chExt cx="256540" cy="265430"/>
          </a:xfrm>
        </p:grpSpPr>
        <p:sp>
          <p:nvSpPr>
            <p:cNvPr id="20" name="Freeform 20"/>
            <p:cNvSpPr/>
            <p:nvPr/>
          </p:nvSpPr>
          <p:spPr>
            <a:xfrm>
              <a:off x="46003" y="50800"/>
              <a:ext cx="158467" cy="164638"/>
            </a:xfrm>
            <a:custGeom>
              <a:avLst/>
              <a:gdLst/>
              <a:ahLst/>
              <a:cxnLst/>
              <a:rect l="l" t="t" r="r" b="b"/>
              <a:pathLst>
                <a:path w="158467" h="164638">
                  <a:moveTo>
                    <a:pt x="158467" y="57150"/>
                  </a:moveTo>
                  <a:cubicBezTo>
                    <a:pt x="136877" y="144780"/>
                    <a:pt x="125447" y="152400"/>
                    <a:pt x="114017" y="157480"/>
                  </a:cubicBezTo>
                  <a:cubicBezTo>
                    <a:pt x="101317" y="162560"/>
                    <a:pt x="88617" y="166370"/>
                    <a:pt x="74647" y="163830"/>
                  </a:cubicBezTo>
                  <a:cubicBezTo>
                    <a:pt x="55597" y="160020"/>
                    <a:pt x="21307" y="143510"/>
                    <a:pt x="8607" y="124460"/>
                  </a:cubicBezTo>
                  <a:cubicBezTo>
                    <a:pt x="-2823" y="105410"/>
                    <a:pt x="-1553" y="67310"/>
                    <a:pt x="4797" y="48260"/>
                  </a:cubicBezTo>
                  <a:cubicBezTo>
                    <a:pt x="8607" y="34290"/>
                    <a:pt x="18767" y="24130"/>
                    <a:pt x="28927" y="16510"/>
                  </a:cubicBezTo>
                  <a:cubicBezTo>
                    <a:pt x="39087" y="8890"/>
                    <a:pt x="50517" y="1270"/>
                    <a:pt x="64487" y="0"/>
                  </a:cubicBezTo>
                  <a:cubicBezTo>
                    <a:pt x="84807" y="0"/>
                    <a:pt x="138147" y="22860"/>
                    <a:pt x="138147" y="2286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3642657" y="8930640"/>
            <a:ext cx="1429702" cy="738188"/>
            <a:chOff x="0" y="0"/>
            <a:chExt cx="1906270" cy="984250"/>
          </a:xfrm>
        </p:grpSpPr>
        <p:sp>
          <p:nvSpPr>
            <p:cNvPr id="22" name="Freeform 22"/>
            <p:cNvSpPr/>
            <p:nvPr/>
          </p:nvSpPr>
          <p:spPr>
            <a:xfrm>
              <a:off x="50153" y="48500"/>
              <a:ext cx="1805312" cy="887998"/>
            </a:xfrm>
            <a:custGeom>
              <a:avLst/>
              <a:gdLst/>
              <a:ahLst/>
              <a:cxnLst/>
              <a:rect l="l" t="t" r="r" b="b"/>
              <a:pathLst>
                <a:path w="1805312" h="887998">
                  <a:moveTo>
                    <a:pt x="1773567" y="152160"/>
                  </a:moveTo>
                  <a:cubicBezTo>
                    <a:pt x="1487817" y="317260"/>
                    <a:pt x="1409077" y="345200"/>
                    <a:pt x="1315097" y="379490"/>
                  </a:cubicBezTo>
                  <a:cubicBezTo>
                    <a:pt x="1195717" y="423940"/>
                    <a:pt x="1009027" y="468390"/>
                    <a:pt x="904887" y="510300"/>
                  </a:cubicBezTo>
                  <a:cubicBezTo>
                    <a:pt x="840117" y="538240"/>
                    <a:pt x="794397" y="572530"/>
                    <a:pt x="748677" y="589040"/>
                  </a:cubicBezTo>
                  <a:cubicBezTo>
                    <a:pt x="716927" y="600470"/>
                    <a:pt x="702957" y="594120"/>
                    <a:pt x="663587" y="608090"/>
                  </a:cubicBezTo>
                  <a:cubicBezTo>
                    <a:pt x="559447" y="644920"/>
                    <a:pt x="211467" y="865900"/>
                    <a:pt x="118757" y="884950"/>
                  </a:cubicBezTo>
                  <a:cubicBezTo>
                    <a:pt x="90817" y="890030"/>
                    <a:pt x="76847" y="888760"/>
                    <a:pt x="59067" y="881140"/>
                  </a:cubicBezTo>
                  <a:cubicBezTo>
                    <a:pt x="41287" y="873520"/>
                    <a:pt x="23507" y="858280"/>
                    <a:pt x="13347" y="841770"/>
                  </a:cubicBezTo>
                  <a:cubicBezTo>
                    <a:pt x="3187" y="825260"/>
                    <a:pt x="-1893" y="802400"/>
                    <a:pt x="647" y="783350"/>
                  </a:cubicBezTo>
                  <a:cubicBezTo>
                    <a:pt x="3187" y="764300"/>
                    <a:pt x="15887" y="741440"/>
                    <a:pt x="26047" y="728740"/>
                  </a:cubicBezTo>
                  <a:cubicBezTo>
                    <a:pt x="33667" y="719850"/>
                    <a:pt x="40017" y="714770"/>
                    <a:pt x="50177" y="710960"/>
                  </a:cubicBezTo>
                  <a:cubicBezTo>
                    <a:pt x="65417" y="704610"/>
                    <a:pt x="93357" y="699530"/>
                    <a:pt x="109867" y="700800"/>
                  </a:cubicBezTo>
                  <a:cubicBezTo>
                    <a:pt x="121297" y="702070"/>
                    <a:pt x="128917" y="704610"/>
                    <a:pt x="139077" y="710960"/>
                  </a:cubicBezTo>
                  <a:cubicBezTo>
                    <a:pt x="151777" y="719850"/>
                    <a:pt x="172097" y="740170"/>
                    <a:pt x="179717" y="755410"/>
                  </a:cubicBezTo>
                  <a:cubicBezTo>
                    <a:pt x="184797" y="764300"/>
                    <a:pt x="187337" y="773190"/>
                    <a:pt x="187337" y="784620"/>
                  </a:cubicBezTo>
                  <a:cubicBezTo>
                    <a:pt x="187337" y="799860"/>
                    <a:pt x="184797" y="826530"/>
                    <a:pt x="174637" y="843040"/>
                  </a:cubicBezTo>
                  <a:cubicBezTo>
                    <a:pt x="164477" y="858280"/>
                    <a:pt x="146697" y="874790"/>
                    <a:pt x="128917" y="881140"/>
                  </a:cubicBezTo>
                  <a:cubicBezTo>
                    <a:pt x="111137" y="888760"/>
                    <a:pt x="87007" y="890030"/>
                    <a:pt x="69227" y="884950"/>
                  </a:cubicBezTo>
                  <a:cubicBezTo>
                    <a:pt x="50177" y="878600"/>
                    <a:pt x="31127" y="865900"/>
                    <a:pt x="19697" y="850660"/>
                  </a:cubicBezTo>
                  <a:cubicBezTo>
                    <a:pt x="8267" y="835420"/>
                    <a:pt x="647" y="812560"/>
                    <a:pt x="647" y="793510"/>
                  </a:cubicBezTo>
                  <a:cubicBezTo>
                    <a:pt x="647" y="774460"/>
                    <a:pt x="1917" y="757950"/>
                    <a:pt x="19697" y="736360"/>
                  </a:cubicBezTo>
                  <a:cubicBezTo>
                    <a:pt x="75577" y="670320"/>
                    <a:pt x="377837" y="539510"/>
                    <a:pt x="525157" y="469660"/>
                  </a:cubicBezTo>
                  <a:cubicBezTo>
                    <a:pt x="636917" y="418860"/>
                    <a:pt x="715657" y="388380"/>
                    <a:pt x="822337" y="349010"/>
                  </a:cubicBezTo>
                  <a:cubicBezTo>
                    <a:pt x="945527" y="304560"/>
                    <a:pt x="1099197" y="267730"/>
                    <a:pt x="1224927" y="223280"/>
                  </a:cubicBezTo>
                  <a:cubicBezTo>
                    <a:pt x="1337957" y="182640"/>
                    <a:pt x="1456067" y="138190"/>
                    <a:pt x="1543697" y="95010"/>
                  </a:cubicBezTo>
                  <a:cubicBezTo>
                    <a:pt x="1607197" y="64530"/>
                    <a:pt x="1666887" y="11190"/>
                    <a:pt x="1703717" y="2300"/>
                  </a:cubicBezTo>
                  <a:cubicBezTo>
                    <a:pt x="1721497" y="-1510"/>
                    <a:pt x="1731657" y="-240"/>
                    <a:pt x="1744357" y="3570"/>
                  </a:cubicBezTo>
                  <a:cubicBezTo>
                    <a:pt x="1760867" y="9920"/>
                    <a:pt x="1782457" y="25160"/>
                    <a:pt x="1792617" y="40400"/>
                  </a:cubicBezTo>
                  <a:cubicBezTo>
                    <a:pt x="1802777" y="56910"/>
                    <a:pt x="1807857" y="81040"/>
                    <a:pt x="1804047" y="100090"/>
                  </a:cubicBezTo>
                  <a:cubicBezTo>
                    <a:pt x="1800237" y="119140"/>
                    <a:pt x="1773567" y="152160"/>
                    <a:pt x="1773567" y="15216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8903970" y="8929688"/>
            <a:ext cx="754380" cy="1043940"/>
            <a:chOff x="0" y="0"/>
            <a:chExt cx="1005840" cy="1391920"/>
          </a:xfrm>
        </p:grpSpPr>
        <p:sp>
          <p:nvSpPr>
            <p:cNvPr id="24" name="Freeform 24"/>
            <p:cNvSpPr/>
            <p:nvPr/>
          </p:nvSpPr>
          <p:spPr>
            <a:xfrm>
              <a:off x="50665" y="50153"/>
              <a:ext cx="904180" cy="1291602"/>
            </a:xfrm>
            <a:custGeom>
              <a:avLst/>
              <a:gdLst/>
              <a:ahLst/>
              <a:cxnLst/>
              <a:rect l="l" t="t" r="r" b="b"/>
              <a:pathLst>
                <a:path w="904180" h="1291602">
                  <a:moveTo>
                    <a:pt x="166505" y="61607"/>
                  </a:moveTo>
                  <a:cubicBezTo>
                    <a:pt x="331605" y="575957"/>
                    <a:pt x="339225" y="583577"/>
                    <a:pt x="363355" y="615327"/>
                  </a:cubicBezTo>
                  <a:cubicBezTo>
                    <a:pt x="405265" y="675017"/>
                    <a:pt x="487815" y="768997"/>
                    <a:pt x="566555" y="850277"/>
                  </a:cubicBezTo>
                  <a:cubicBezTo>
                    <a:pt x="659265" y="946797"/>
                    <a:pt x="854845" y="1082687"/>
                    <a:pt x="891675" y="1148727"/>
                  </a:cubicBezTo>
                  <a:cubicBezTo>
                    <a:pt x="904375" y="1172857"/>
                    <a:pt x="905645" y="1189367"/>
                    <a:pt x="903105" y="1208417"/>
                  </a:cubicBezTo>
                  <a:cubicBezTo>
                    <a:pt x="900565" y="1227467"/>
                    <a:pt x="890405" y="1249057"/>
                    <a:pt x="876435" y="1263027"/>
                  </a:cubicBezTo>
                  <a:cubicBezTo>
                    <a:pt x="863735" y="1275727"/>
                    <a:pt x="838335" y="1285887"/>
                    <a:pt x="823095" y="1289697"/>
                  </a:cubicBezTo>
                  <a:cubicBezTo>
                    <a:pt x="811665" y="1292237"/>
                    <a:pt x="802775" y="1292237"/>
                    <a:pt x="792615" y="1289697"/>
                  </a:cubicBezTo>
                  <a:cubicBezTo>
                    <a:pt x="776105" y="1284617"/>
                    <a:pt x="751975" y="1274457"/>
                    <a:pt x="739275" y="1259217"/>
                  </a:cubicBezTo>
                  <a:cubicBezTo>
                    <a:pt x="726575" y="1245247"/>
                    <a:pt x="717685" y="1219847"/>
                    <a:pt x="715145" y="1204607"/>
                  </a:cubicBezTo>
                  <a:cubicBezTo>
                    <a:pt x="712605" y="1193177"/>
                    <a:pt x="713875" y="1184287"/>
                    <a:pt x="717685" y="1174127"/>
                  </a:cubicBezTo>
                  <a:cubicBezTo>
                    <a:pt x="722765" y="1158887"/>
                    <a:pt x="738005" y="1133487"/>
                    <a:pt x="749435" y="1123327"/>
                  </a:cubicBezTo>
                  <a:cubicBezTo>
                    <a:pt x="758325" y="1114437"/>
                    <a:pt x="764675" y="1110627"/>
                    <a:pt x="776105" y="1106817"/>
                  </a:cubicBezTo>
                  <a:cubicBezTo>
                    <a:pt x="791345" y="1103007"/>
                    <a:pt x="818015" y="1100467"/>
                    <a:pt x="835795" y="1105547"/>
                  </a:cubicBezTo>
                  <a:cubicBezTo>
                    <a:pt x="854845" y="1110627"/>
                    <a:pt x="875165" y="1128407"/>
                    <a:pt x="885325" y="1139837"/>
                  </a:cubicBezTo>
                  <a:cubicBezTo>
                    <a:pt x="892945" y="1148727"/>
                    <a:pt x="896755" y="1156347"/>
                    <a:pt x="899295" y="1167777"/>
                  </a:cubicBezTo>
                  <a:cubicBezTo>
                    <a:pt x="903105" y="1183017"/>
                    <a:pt x="904375" y="1209687"/>
                    <a:pt x="898025" y="1227467"/>
                  </a:cubicBezTo>
                  <a:cubicBezTo>
                    <a:pt x="891675" y="1246517"/>
                    <a:pt x="876435" y="1265567"/>
                    <a:pt x="861195" y="1275727"/>
                  </a:cubicBezTo>
                  <a:cubicBezTo>
                    <a:pt x="844685" y="1285887"/>
                    <a:pt x="821825" y="1292237"/>
                    <a:pt x="802775" y="1290967"/>
                  </a:cubicBezTo>
                  <a:cubicBezTo>
                    <a:pt x="783725" y="1288427"/>
                    <a:pt x="771025" y="1282077"/>
                    <a:pt x="746895" y="1266837"/>
                  </a:cubicBezTo>
                  <a:cubicBezTo>
                    <a:pt x="687205" y="1228737"/>
                    <a:pt x="556395" y="1106817"/>
                    <a:pt x="468765" y="1017917"/>
                  </a:cubicBezTo>
                  <a:cubicBezTo>
                    <a:pt x="379865" y="929017"/>
                    <a:pt x="279535" y="819797"/>
                    <a:pt x="218575" y="733437"/>
                  </a:cubicBezTo>
                  <a:cubicBezTo>
                    <a:pt x="174125" y="669937"/>
                    <a:pt x="151265" y="631837"/>
                    <a:pt x="120785" y="556907"/>
                  </a:cubicBezTo>
                  <a:cubicBezTo>
                    <a:pt x="73795" y="440067"/>
                    <a:pt x="-3675" y="169557"/>
                    <a:pt x="135" y="88277"/>
                  </a:cubicBezTo>
                  <a:cubicBezTo>
                    <a:pt x="135" y="60337"/>
                    <a:pt x="6485" y="45097"/>
                    <a:pt x="19185" y="31127"/>
                  </a:cubicBezTo>
                  <a:cubicBezTo>
                    <a:pt x="30615" y="15887"/>
                    <a:pt x="52205" y="4457"/>
                    <a:pt x="71255" y="647"/>
                  </a:cubicBezTo>
                  <a:cubicBezTo>
                    <a:pt x="90305" y="-1893"/>
                    <a:pt x="114435" y="3187"/>
                    <a:pt x="130945" y="13347"/>
                  </a:cubicBezTo>
                  <a:cubicBezTo>
                    <a:pt x="146185" y="23507"/>
                    <a:pt x="166505" y="61607"/>
                    <a:pt x="166505" y="61607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9654540" y="9873615"/>
            <a:ext cx="199072" cy="194310"/>
            <a:chOff x="0" y="0"/>
            <a:chExt cx="265430" cy="259080"/>
          </a:xfrm>
        </p:grpSpPr>
        <p:sp>
          <p:nvSpPr>
            <p:cNvPr id="26" name="Freeform 26"/>
            <p:cNvSpPr/>
            <p:nvPr/>
          </p:nvSpPr>
          <p:spPr>
            <a:xfrm>
              <a:off x="50637" y="50752"/>
              <a:ext cx="161453" cy="161862"/>
            </a:xfrm>
            <a:custGeom>
              <a:avLst/>
              <a:gdLst/>
              <a:ahLst/>
              <a:cxnLst/>
              <a:rect l="l" t="t" r="r" b="b"/>
              <a:pathLst>
                <a:path w="161453" h="161862">
                  <a:moveTo>
                    <a:pt x="161453" y="57198"/>
                  </a:moveTo>
                  <a:cubicBezTo>
                    <a:pt x="157643" y="115618"/>
                    <a:pt x="137323" y="147368"/>
                    <a:pt x="115733" y="157528"/>
                  </a:cubicBezTo>
                  <a:cubicBezTo>
                    <a:pt x="95413" y="166418"/>
                    <a:pt x="57313" y="160068"/>
                    <a:pt x="39533" y="152448"/>
                  </a:cubicBezTo>
                  <a:cubicBezTo>
                    <a:pt x="26833" y="146098"/>
                    <a:pt x="17943" y="135938"/>
                    <a:pt x="11593" y="124508"/>
                  </a:cubicBezTo>
                  <a:cubicBezTo>
                    <a:pt x="5243" y="113078"/>
                    <a:pt x="-1107" y="101648"/>
                    <a:pt x="163" y="86408"/>
                  </a:cubicBezTo>
                  <a:cubicBezTo>
                    <a:pt x="1433" y="67358"/>
                    <a:pt x="16673" y="30528"/>
                    <a:pt x="31913" y="16558"/>
                  </a:cubicBezTo>
                  <a:cubicBezTo>
                    <a:pt x="40803" y="6398"/>
                    <a:pt x="53503" y="1318"/>
                    <a:pt x="67473" y="48"/>
                  </a:cubicBezTo>
                  <a:cubicBezTo>
                    <a:pt x="87793" y="-1222"/>
                    <a:pt x="141133" y="22908"/>
                    <a:pt x="141133" y="2290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6782753" y="6224588"/>
            <a:ext cx="1232535" cy="718185"/>
            <a:chOff x="0" y="0"/>
            <a:chExt cx="1643380" cy="957580"/>
          </a:xfrm>
        </p:grpSpPr>
        <p:sp>
          <p:nvSpPr>
            <p:cNvPr id="28" name="Freeform 28"/>
            <p:cNvSpPr/>
            <p:nvPr/>
          </p:nvSpPr>
          <p:spPr>
            <a:xfrm>
              <a:off x="46185" y="50800"/>
              <a:ext cx="1547198" cy="855980"/>
            </a:xfrm>
            <a:custGeom>
              <a:avLst/>
              <a:gdLst/>
              <a:ahLst/>
              <a:cxnLst/>
              <a:rect l="l" t="t" r="r" b="b"/>
              <a:pathLst>
                <a:path w="1547198" h="855980">
                  <a:moveTo>
                    <a:pt x="121455" y="8890"/>
                  </a:moveTo>
                  <a:cubicBezTo>
                    <a:pt x="276395" y="78740"/>
                    <a:pt x="503725" y="128270"/>
                    <a:pt x="610405" y="167640"/>
                  </a:cubicBezTo>
                  <a:cubicBezTo>
                    <a:pt x="678985" y="194310"/>
                    <a:pt x="708195" y="218440"/>
                    <a:pt x="775505" y="247650"/>
                  </a:cubicBezTo>
                  <a:cubicBezTo>
                    <a:pt x="875835" y="290830"/>
                    <a:pt x="1081575" y="353060"/>
                    <a:pt x="1160315" y="392430"/>
                  </a:cubicBezTo>
                  <a:cubicBezTo>
                    <a:pt x="1198415" y="411480"/>
                    <a:pt x="1206035" y="417830"/>
                    <a:pt x="1239055" y="444500"/>
                  </a:cubicBezTo>
                  <a:cubicBezTo>
                    <a:pt x="1308905" y="497840"/>
                    <a:pt x="1504485" y="656590"/>
                    <a:pt x="1537505" y="718820"/>
                  </a:cubicBezTo>
                  <a:cubicBezTo>
                    <a:pt x="1550205" y="744220"/>
                    <a:pt x="1547665" y="763270"/>
                    <a:pt x="1545125" y="779780"/>
                  </a:cubicBezTo>
                  <a:cubicBezTo>
                    <a:pt x="1543855" y="791210"/>
                    <a:pt x="1541315" y="798830"/>
                    <a:pt x="1534965" y="807720"/>
                  </a:cubicBezTo>
                  <a:cubicBezTo>
                    <a:pt x="1524805" y="821690"/>
                    <a:pt x="1504485" y="840740"/>
                    <a:pt x="1489245" y="848360"/>
                  </a:cubicBezTo>
                  <a:cubicBezTo>
                    <a:pt x="1479085" y="853440"/>
                    <a:pt x="1470195" y="854710"/>
                    <a:pt x="1460035" y="855980"/>
                  </a:cubicBezTo>
                  <a:cubicBezTo>
                    <a:pt x="1449875" y="855980"/>
                    <a:pt x="1439715" y="855980"/>
                    <a:pt x="1429555" y="853440"/>
                  </a:cubicBezTo>
                  <a:cubicBezTo>
                    <a:pt x="1414315" y="847090"/>
                    <a:pt x="1390185" y="835660"/>
                    <a:pt x="1378755" y="820420"/>
                  </a:cubicBezTo>
                  <a:cubicBezTo>
                    <a:pt x="1366055" y="805180"/>
                    <a:pt x="1358435" y="782320"/>
                    <a:pt x="1358435" y="763270"/>
                  </a:cubicBezTo>
                  <a:cubicBezTo>
                    <a:pt x="1357165" y="744220"/>
                    <a:pt x="1367325" y="720090"/>
                    <a:pt x="1376215" y="706120"/>
                  </a:cubicBezTo>
                  <a:cubicBezTo>
                    <a:pt x="1381295" y="695960"/>
                    <a:pt x="1387645" y="689610"/>
                    <a:pt x="1397805" y="684530"/>
                  </a:cubicBezTo>
                  <a:cubicBezTo>
                    <a:pt x="1411775" y="675640"/>
                    <a:pt x="1435905" y="665480"/>
                    <a:pt x="1454955" y="666750"/>
                  </a:cubicBezTo>
                  <a:cubicBezTo>
                    <a:pt x="1474005" y="666750"/>
                    <a:pt x="1496865" y="675640"/>
                    <a:pt x="1512105" y="687070"/>
                  </a:cubicBezTo>
                  <a:cubicBezTo>
                    <a:pt x="1527345" y="699770"/>
                    <a:pt x="1540045" y="720090"/>
                    <a:pt x="1543855" y="739140"/>
                  </a:cubicBezTo>
                  <a:cubicBezTo>
                    <a:pt x="1548935" y="756920"/>
                    <a:pt x="1543855" y="783590"/>
                    <a:pt x="1538775" y="798830"/>
                  </a:cubicBezTo>
                  <a:cubicBezTo>
                    <a:pt x="1534965" y="810260"/>
                    <a:pt x="1531155" y="816610"/>
                    <a:pt x="1522265" y="824230"/>
                  </a:cubicBezTo>
                  <a:cubicBezTo>
                    <a:pt x="1510835" y="835660"/>
                    <a:pt x="1489245" y="850900"/>
                    <a:pt x="1470195" y="854710"/>
                  </a:cubicBezTo>
                  <a:cubicBezTo>
                    <a:pt x="1451145" y="857250"/>
                    <a:pt x="1432095" y="855980"/>
                    <a:pt x="1410505" y="845820"/>
                  </a:cubicBezTo>
                  <a:cubicBezTo>
                    <a:pt x="1374945" y="830580"/>
                    <a:pt x="1320335" y="778510"/>
                    <a:pt x="1286045" y="744220"/>
                  </a:cubicBezTo>
                  <a:cubicBezTo>
                    <a:pt x="1256835" y="715010"/>
                    <a:pt x="1244135" y="684530"/>
                    <a:pt x="1213655" y="656590"/>
                  </a:cubicBezTo>
                  <a:cubicBezTo>
                    <a:pt x="1175555" y="622300"/>
                    <a:pt x="1139995" y="594360"/>
                    <a:pt x="1073955" y="556260"/>
                  </a:cubicBezTo>
                  <a:cubicBezTo>
                    <a:pt x="940605" y="481330"/>
                    <a:pt x="577385" y="328930"/>
                    <a:pt x="432605" y="281940"/>
                  </a:cubicBezTo>
                  <a:cubicBezTo>
                    <a:pt x="361485" y="260350"/>
                    <a:pt x="325925" y="265430"/>
                    <a:pt x="268775" y="247650"/>
                  </a:cubicBezTo>
                  <a:cubicBezTo>
                    <a:pt x="198925" y="227330"/>
                    <a:pt x="88435" y="189230"/>
                    <a:pt x="46525" y="160020"/>
                  </a:cubicBezTo>
                  <a:cubicBezTo>
                    <a:pt x="24935" y="146050"/>
                    <a:pt x="12235" y="133350"/>
                    <a:pt x="5885" y="116840"/>
                  </a:cubicBezTo>
                  <a:cubicBezTo>
                    <a:pt x="-1735" y="99060"/>
                    <a:pt x="-1735" y="73660"/>
                    <a:pt x="4615" y="57150"/>
                  </a:cubicBezTo>
                  <a:cubicBezTo>
                    <a:pt x="10965" y="39370"/>
                    <a:pt x="28745" y="20320"/>
                    <a:pt x="42715" y="11430"/>
                  </a:cubicBezTo>
                  <a:cubicBezTo>
                    <a:pt x="55415" y="3810"/>
                    <a:pt x="69385" y="1270"/>
                    <a:pt x="82085" y="0"/>
                  </a:cubicBezTo>
                  <a:cubicBezTo>
                    <a:pt x="94785" y="0"/>
                    <a:pt x="121455" y="8890"/>
                    <a:pt x="121455" y="889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5384482" y="9655493"/>
            <a:ext cx="1075373" cy="485775"/>
            <a:chOff x="0" y="0"/>
            <a:chExt cx="1433830" cy="647700"/>
          </a:xfrm>
        </p:grpSpPr>
        <p:sp>
          <p:nvSpPr>
            <p:cNvPr id="30" name="Freeform 30"/>
            <p:cNvSpPr/>
            <p:nvPr/>
          </p:nvSpPr>
          <p:spPr>
            <a:xfrm>
              <a:off x="50476" y="49118"/>
              <a:ext cx="1335898" cy="546992"/>
            </a:xfrm>
            <a:custGeom>
              <a:avLst/>
              <a:gdLst/>
              <a:ahLst/>
              <a:cxnLst/>
              <a:rect l="l" t="t" r="r" b="b"/>
              <a:pathLst>
                <a:path w="1335898" h="546992">
                  <a:moveTo>
                    <a:pt x="1289374" y="160432"/>
                  </a:moveTo>
                  <a:cubicBezTo>
                    <a:pt x="980764" y="291242"/>
                    <a:pt x="932504" y="287432"/>
                    <a:pt x="855034" y="309022"/>
                  </a:cubicBezTo>
                  <a:cubicBezTo>
                    <a:pt x="730574" y="343312"/>
                    <a:pt x="518484" y="438562"/>
                    <a:pt x="380054" y="480472"/>
                  </a:cubicBezTo>
                  <a:cubicBezTo>
                    <a:pt x="277184" y="512222"/>
                    <a:pt x="160344" y="546512"/>
                    <a:pt x="101924" y="546512"/>
                  </a:cubicBezTo>
                  <a:cubicBezTo>
                    <a:pt x="76524" y="547782"/>
                    <a:pt x="60014" y="543972"/>
                    <a:pt x="44774" y="533812"/>
                  </a:cubicBezTo>
                  <a:cubicBezTo>
                    <a:pt x="28264" y="524922"/>
                    <a:pt x="13024" y="503332"/>
                    <a:pt x="6674" y="489362"/>
                  </a:cubicBezTo>
                  <a:cubicBezTo>
                    <a:pt x="1594" y="479202"/>
                    <a:pt x="-946" y="471582"/>
                    <a:pt x="324" y="460152"/>
                  </a:cubicBezTo>
                  <a:cubicBezTo>
                    <a:pt x="324" y="443642"/>
                    <a:pt x="5404" y="418242"/>
                    <a:pt x="15564" y="403002"/>
                  </a:cubicBezTo>
                  <a:cubicBezTo>
                    <a:pt x="25724" y="386492"/>
                    <a:pt x="44774" y="372522"/>
                    <a:pt x="62554" y="366172"/>
                  </a:cubicBezTo>
                  <a:cubicBezTo>
                    <a:pt x="80334" y="361092"/>
                    <a:pt x="107004" y="362362"/>
                    <a:pt x="122244" y="366172"/>
                  </a:cubicBezTo>
                  <a:cubicBezTo>
                    <a:pt x="133674" y="369982"/>
                    <a:pt x="140024" y="373792"/>
                    <a:pt x="148914" y="381412"/>
                  </a:cubicBezTo>
                  <a:cubicBezTo>
                    <a:pt x="160344" y="391572"/>
                    <a:pt x="176854" y="411892"/>
                    <a:pt x="181934" y="429672"/>
                  </a:cubicBezTo>
                  <a:cubicBezTo>
                    <a:pt x="187014" y="448722"/>
                    <a:pt x="183204" y="474122"/>
                    <a:pt x="179394" y="489362"/>
                  </a:cubicBezTo>
                  <a:cubicBezTo>
                    <a:pt x="175584" y="499522"/>
                    <a:pt x="171774" y="507142"/>
                    <a:pt x="162884" y="514762"/>
                  </a:cubicBezTo>
                  <a:cubicBezTo>
                    <a:pt x="151454" y="526192"/>
                    <a:pt x="131134" y="541432"/>
                    <a:pt x="112084" y="545242"/>
                  </a:cubicBezTo>
                  <a:cubicBezTo>
                    <a:pt x="94304" y="549052"/>
                    <a:pt x="70174" y="546512"/>
                    <a:pt x="53664" y="538892"/>
                  </a:cubicBezTo>
                  <a:cubicBezTo>
                    <a:pt x="35884" y="531272"/>
                    <a:pt x="19374" y="510952"/>
                    <a:pt x="10484" y="498252"/>
                  </a:cubicBezTo>
                  <a:cubicBezTo>
                    <a:pt x="4134" y="488092"/>
                    <a:pt x="1594" y="480472"/>
                    <a:pt x="324" y="469042"/>
                  </a:cubicBezTo>
                  <a:cubicBezTo>
                    <a:pt x="-946" y="453802"/>
                    <a:pt x="1594" y="427132"/>
                    <a:pt x="10484" y="410622"/>
                  </a:cubicBezTo>
                  <a:cubicBezTo>
                    <a:pt x="19374" y="394112"/>
                    <a:pt x="32074" y="381412"/>
                    <a:pt x="53664" y="369982"/>
                  </a:cubicBezTo>
                  <a:cubicBezTo>
                    <a:pt x="95574" y="348392"/>
                    <a:pt x="174314" y="350932"/>
                    <a:pt x="258134" y="328072"/>
                  </a:cubicBezTo>
                  <a:cubicBezTo>
                    <a:pt x="399104" y="289972"/>
                    <a:pt x="670884" y="174402"/>
                    <a:pt x="816934" y="135032"/>
                  </a:cubicBezTo>
                  <a:cubicBezTo>
                    <a:pt x="908374" y="110902"/>
                    <a:pt x="974414" y="115982"/>
                    <a:pt x="1045534" y="91852"/>
                  </a:cubicBezTo>
                  <a:cubicBezTo>
                    <a:pt x="1112844" y="70262"/>
                    <a:pt x="1186504" y="9302"/>
                    <a:pt x="1233494" y="1682"/>
                  </a:cubicBezTo>
                  <a:cubicBezTo>
                    <a:pt x="1257624" y="-2128"/>
                    <a:pt x="1276674" y="412"/>
                    <a:pt x="1293184" y="10572"/>
                  </a:cubicBezTo>
                  <a:cubicBezTo>
                    <a:pt x="1309694" y="19462"/>
                    <a:pt x="1324934" y="38512"/>
                    <a:pt x="1331284" y="56292"/>
                  </a:cubicBezTo>
                  <a:cubicBezTo>
                    <a:pt x="1337634" y="74072"/>
                    <a:pt x="1337634" y="98202"/>
                    <a:pt x="1330014" y="115982"/>
                  </a:cubicBezTo>
                  <a:cubicBezTo>
                    <a:pt x="1323664" y="133762"/>
                    <a:pt x="1289374" y="160432"/>
                    <a:pt x="1289374" y="16043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31" name="TextBox 31"/>
          <p:cNvSpPr txBox="1"/>
          <p:nvPr/>
        </p:nvSpPr>
        <p:spPr>
          <a:xfrm>
            <a:off x="2322222" y="7063790"/>
            <a:ext cx="5004474" cy="85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4000" dirty="0"/>
              <a:t>ქირურგიული შეცდომები</a:t>
            </a:r>
            <a:endParaRPr lang="en-US" sz="36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9352568" y="7063790"/>
            <a:ext cx="5004474" cy="85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4000" dirty="0"/>
              <a:t>კომუნიკაციის შეცდომები</a:t>
            </a:r>
            <a:endParaRPr lang="en-US" sz="36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3310473" y="3432272"/>
            <a:ext cx="5004474" cy="856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4000" dirty="0"/>
              <a:t>დიაგნოსტიკური შეცდომები</a:t>
            </a:r>
            <a:endParaRPr lang="en-US" sz="36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0340819" y="3432272"/>
            <a:ext cx="5004474" cy="842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3600" dirty="0"/>
              <a:t>მედიკამენტური შეცდომები</a:t>
            </a:r>
            <a:endParaRPr lang="en-US" sz="32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855505" y="396359"/>
            <a:ext cx="12576991" cy="2273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ka-GE" sz="6600" dirty="0"/>
              <a:t>სამედიცინო შეცდომების ძირითადი ტიპები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41338" flipH="1">
            <a:off x="8023686" y="-2242638"/>
            <a:ext cx="12395216" cy="7780208"/>
          </a:xfrm>
          <a:custGeom>
            <a:avLst/>
            <a:gdLst/>
            <a:ahLst/>
            <a:cxnLst/>
            <a:rect l="l" t="t" r="r" b="b"/>
            <a:pathLst>
              <a:path w="12395216" h="7780208">
                <a:moveTo>
                  <a:pt x="12395216" y="0"/>
                </a:moveTo>
                <a:lnTo>
                  <a:pt x="0" y="0"/>
                </a:lnTo>
                <a:lnTo>
                  <a:pt x="0" y="7780208"/>
                </a:lnTo>
                <a:lnTo>
                  <a:pt x="12395216" y="7780208"/>
                </a:lnTo>
                <a:lnTo>
                  <a:pt x="1239521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41338" flipH="1">
            <a:off x="-2312376" y="2408919"/>
            <a:ext cx="12395216" cy="7780208"/>
          </a:xfrm>
          <a:custGeom>
            <a:avLst/>
            <a:gdLst/>
            <a:ahLst/>
            <a:cxnLst/>
            <a:rect l="l" t="t" r="r" b="b"/>
            <a:pathLst>
              <a:path w="12395216" h="7780208">
                <a:moveTo>
                  <a:pt x="12395216" y="0"/>
                </a:moveTo>
                <a:lnTo>
                  <a:pt x="0" y="0"/>
                </a:lnTo>
                <a:lnTo>
                  <a:pt x="0" y="7780207"/>
                </a:lnTo>
                <a:lnTo>
                  <a:pt x="12395216" y="7780207"/>
                </a:lnTo>
                <a:lnTo>
                  <a:pt x="1239521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591004">
            <a:off x="12640107" y="-3454017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787050" y="530573"/>
            <a:ext cx="6816687" cy="4114800"/>
          </a:xfrm>
          <a:custGeom>
            <a:avLst/>
            <a:gdLst/>
            <a:ahLst/>
            <a:cxnLst/>
            <a:rect l="l" t="t" r="r" b="b"/>
            <a:pathLst>
              <a:path w="6816687" h="4114800">
                <a:moveTo>
                  <a:pt x="0" y="0"/>
                </a:moveTo>
                <a:lnTo>
                  <a:pt x="6816686" y="0"/>
                </a:lnTo>
                <a:lnTo>
                  <a:pt x="681668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260975">
            <a:off x="10370396" y="3941747"/>
            <a:ext cx="2598678" cy="3270648"/>
          </a:xfrm>
          <a:custGeom>
            <a:avLst/>
            <a:gdLst/>
            <a:ahLst/>
            <a:cxnLst/>
            <a:rect l="l" t="t" r="r" b="b"/>
            <a:pathLst>
              <a:path w="2598678" h="3270648">
                <a:moveTo>
                  <a:pt x="0" y="0"/>
                </a:moveTo>
                <a:lnTo>
                  <a:pt x="2598678" y="0"/>
                </a:lnTo>
                <a:lnTo>
                  <a:pt x="2598678" y="3270648"/>
                </a:lnTo>
                <a:lnTo>
                  <a:pt x="0" y="327064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55789" y="5364401"/>
            <a:ext cx="6547948" cy="2585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ka-GE" sz="2800" dirty="0"/>
              <a:t>არასწორი დიაგნოზი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2800" dirty="0"/>
              <a:t>დაგვიანებული დიაგნოზი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2800" dirty="0"/>
              <a:t>სიმპტომების არასწორი ინტერპრეტაცია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a-GE" sz="2800" dirty="0"/>
              <a:t>არასაკმარისი კვლევები</a:t>
            </a:r>
            <a:br>
              <a:rPr lang="ka-GE" sz="2800" dirty="0"/>
            </a:br>
            <a:endParaRPr lang="ka-GE" sz="2800" dirty="0"/>
          </a:p>
        </p:txBody>
      </p:sp>
      <p:sp>
        <p:nvSpPr>
          <p:cNvPr id="8" name="TextBox 8"/>
          <p:cNvSpPr txBox="1"/>
          <p:nvPr/>
        </p:nvSpPr>
        <p:spPr>
          <a:xfrm>
            <a:off x="8763001" y="7502922"/>
            <a:ext cx="8496300" cy="22287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499"/>
              </a:lnSpc>
            </a:pPr>
            <a:r>
              <a:rPr lang="ka-GE" sz="2800" dirty="0"/>
              <a:t>მაგალითად, გულმკერდის ტკივილი შეიძლება მიეწეროს კუჭის პრობლემას, როცა რეალურად გულის შეტევაა. ასეთ შემთხვევაში დიაგნოზის დაგვიანებამ შეიძლება სიცოცხლისთვის საშიში შედეგი გამოიწვიოს.</a:t>
            </a:r>
            <a:endParaRPr lang="en-US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237761" y="495757"/>
            <a:ext cx="9202901" cy="2272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100"/>
              </a:lnSpc>
            </a:pPr>
            <a:r>
              <a:rPr lang="ka-GE" sz="6600" dirty="0"/>
              <a:t>დიაგნოსტიკური შეცდომები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385461">
            <a:off x="-3184086" y="-1008853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441338" flipH="1">
            <a:off x="1365057" y="494119"/>
            <a:ext cx="8043462" cy="5048706"/>
          </a:xfrm>
          <a:custGeom>
            <a:avLst/>
            <a:gdLst/>
            <a:ahLst/>
            <a:cxnLst/>
            <a:rect l="l" t="t" r="r" b="b"/>
            <a:pathLst>
              <a:path w="8043462" h="5048706">
                <a:moveTo>
                  <a:pt x="8043462" y="0"/>
                </a:moveTo>
                <a:lnTo>
                  <a:pt x="0" y="0"/>
                </a:lnTo>
                <a:lnTo>
                  <a:pt x="0" y="5048706"/>
                </a:lnTo>
                <a:lnTo>
                  <a:pt x="8043462" y="5048706"/>
                </a:lnTo>
                <a:lnTo>
                  <a:pt x="804346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441338" flipH="1">
            <a:off x="292300" y="4945469"/>
            <a:ext cx="8104724" cy="5087159"/>
          </a:xfrm>
          <a:custGeom>
            <a:avLst/>
            <a:gdLst/>
            <a:ahLst/>
            <a:cxnLst/>
            <a:rect l="l" t="t" r="r" b="b"/>
            <a:pathLst>
              <a:path w="8104724" h="5087159">
                <a:moveTo>
                  <a:pt x="8104724" y="0"/>
                </a:moveTo>
                <a:lnTo>
                  <a:pt x="0" y="0"/>
                </a:lnTo>
                <a:lnTo>
                  <a:pt x="0" y="5087160"/>
                </a:lnTo>
                <a:lnTo>
                  <a:pt x="8104724" y="5087160"/>
                </a:lnTo>
                <a:lnTo>
                  <a:pt x="81047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988919" y="5145740"/>
            <a:ext cx="4915980" cy="5239901"/>
          </a:xfrm>
          <a:custGeom>
            <a:avLst/>
            <a:gdLst/>
            <a:ahLst/>
            <a:cxnLst/>
            <a:rect l="l" t="t" r="r" b="b"/>
            <a:pathLst>
              <a:path w="4915980" h="5239901">
                <a:moveTo>
                  <a:pt x="0" y="0"/>
                </a:moveTo>
                <a:lnTo>
                  <a:pt x="4915979" y="0"/>
                </a:lnTo>
                <a:lnTo>
                  <a:pt x="4915979" y="5239901"/>
                </a:lnTo>
                <a:lnTo>
                  <a:pt x="0" y="523990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4285979" y="5762796"/>
            <a:ext cx="2973321" cy="4767715"/>
          </a:xfrm>
          <a:custGeom>
            <a:avLst/>
            <a:gdLst/>
            <a:ahLst/>
            <a:cxnLst/>
            <a:rect l="l" t="t" r="r" b="b"/>
            <a:pathLst>
              <a:path w="2973321" h="4767715">
                <a:moveTo>
                  <a:pt x="2973321" y="0"/>
                </a:moveTo>
                <a:lnTo>
                  <a:pt x="0" y="0"/>
                </a:lnTo>
                <a:lnTo>
                  <a:pt x="0" y="4767715"/>
                </a:lnTo>
                <a:lnTo>
                  <a:pt x="2973321" y="4767715"/>
                </a:lnTo>
                <a:lnTo>
                  <a:pt x="2973321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1354455" y="1591627"/>
            <a:ext cx="666750" cy="2979420"/>
            <a:chOff x="0" y="0"/>
            <a:chExt cx="889000" cy="3972560"/>
          </a:xfrm>
        </p:grpSpPr>
        <p:sp>
          <p:nvSpPr>
            <p:cNvPr id="8" name="Freeform 8"/>
            <p:cNvSpPr/>
            <p:nvPr/>
          </p:nvSpPr>
          <p:spPr>
            <a:xfrm>
              <a:off x="49668" y="50608"/>
              <a:ext cx="789021" cy="3870179"/>
            </a:xfrm>
            <a:custGeom>
              <a:avLst/>
              <a:gdLst/>
              <a:ahLst/>
              <a:cxnLst/>
              <a:rect l="l" t="t" r="r" b="b"/>
              <a:pathLst>
                <a:path w="789021" h="3870179">
                  <a:moveTo>
                    <a:pt x="266562" y="80202"/>
                  </a:moveTo>
                  <a:cubicBezTo>
                    <a:pt x="238622" y="611062"/>
                    <a:pt x="189092" y="854902"/>
                    <a:pt x="176392" y="992062"/>
                  </a:cubicBezTo>
                  <a:cubicBezTo>
                    <a:pt x="168772" y="1074612"/>
                    <a:pt x="171312" y="1103822"/>
                    <a:pt x="168772" y="1190182"/>
                  </a:cubicBezTo>
                  <a:cubicBezTo>
                    <a:pt x="162422" y="1352742"/>
                    <a:pt x="150992" y="1729932"/>
                    <a:pt x="150992" y="1896302"/>
                  </a:cubicBezTo>
                  <a:cubicBezTo>
                    <a:pt x="150992" y="1987742"/>
                    <a:pt x="149722" y="2036002"/>
                    <a:pt x="154802" y="2107122"/>
                  </a:cubicBezTo>
                  <a:cubicBezTo>
                    <a:pt x="159882" y="2180782"/>
                    <a:pt x="172582" y="2263332"/>
                    <a:pt x="182742" y="2331912"/>
                  </a:cubicBezTo>
                  <a:cubicBezTo>
                    <a:pt x="191632" y="2389062"/>
                    <a:pt x="199252" y="2434782"/>
                    <a:pt x="211952" y="2490662"/>
                  </a:cubicBezTo>
                  <a:cubicBezTo>
                    <a:pt x="227192" y="2555432"/>
                    <a:pt x="247512" y="2616392"/>
                    <a:pt x="272912" y="2693862"/>
                  </a:cubicBezTo>
                  <a:cubicBezTo>
                    <a:pt x="309742" y="2804352"/>
                    <a:pt x="363082" y="2960562"/>
                    <a:pt x="417692" y="3087562"/>
                  </a:cubicBezTo>
                  <a:cubicBezTo>
                    <a:pt x="469762" y="3212022"/>
                    <a:pt x="533262" y="3336482"/>
                    <a:pt x="595492" y="3446972"/>
                  </a:cubicBezTo>
                  <a:cubicBezTo>
                    <a:pt x="651372" y="3549842"/>
                    <a:pt x="745352" y="3674302"/>
                    <a:pt x="772022" y="3732722"/>
                  </a:cubicBezTo>
                  <a:cubicBezTo>
                    <a:pt x="783452" y="3755582"/>
                    <a:pt x="791072" y="3767012"/>
                    <a:pt x="788532" y="3786062"/>
                  </a:cubicBezTo>
                  <a:cubicBezTo>
                    <a:pt x="785992" y="3807652"/>
                    <a:pt x="765672" y="3843212"/>
                    <a:pt x="747892" y="3857182"/>
                  </a:cubicBezTo>
                  <a:cubicBezTo>
                    <a:pt x="732652" y="3868612"/>
                    <a:pt x="711062" y="3871152"/>
                    <a:pt x="694552" y="3869882"/>
                  </a:cubicBezTo>
                  <a:cubicBezTo>
                    <a:pt x="676772" y="3868612"/>
                    <a:pt x="655182" y="3862262"/>
                    <a:pt x="642482" y="3848292"/>
                  </a:cubicBezTo>
                  <a:cubicBezTo>
                    <a:pt x="627242" y="3831782"/>
                    <a:pt x="610732" y="3794952"/>
                    <a:pt x="614542" y="3770822"/>
                  </a:cubicBezTo>
                  <a:cubicBezTo>
                    <a:pt x="618352" y="3746692"/>
                    <a:pt x="641212" y="3714942"/>
                    <a:pt x="662802" y="3704782"/>
                  </a:cubicBezTo>
                  <a:cubicBezTo>
                    <a:pt x="684392" y="3694622"/>
                    <a:pt x="723762" y="3697162"/>
                    <a:pt x="744082" y="3707322"/>
                  </a:cubicBezTo>
                  <a:cubicBezTo>
                    <a:pt x="761862" y="3714942"/>
                    <a:pt x="774562" y="3732722"/>
                    <a:pt x="782182" y="3749232"/>
                  </a:cubicBezTo>
                  <a:cubicBezTo>
                    <a:pt x="788532" y="3764472"/>
                    <a:pt x="789802" y="3787332"/>
                    <a:pt x="785992" y="3803842"/>
                  </a:cubicBezTo>
                  <a:cubicBezTo>
                    <a:pt x="782182" y="3821622"/>
                    <a:pt x="769482" y="3840672"/>
                    <a:pt x="755512" y="3850832"/>
                  </a:cubicBezTo>
                  <a:cubicBezTo>
                    <a:pt x="741542" y="3862262"/>
                    <a:pt x="721222" y="3869882"/>
                    <a:pt x="703442" y="3869882"/>
                  </a:cubicBezTo>
                  <a:cubicBezTo>
                    <a:pt x="685662" y="3871152"/>
                    <a:pt x="669152" y="3867342"/>
                    <a:pt x="650102" y="3854642"/>
                  </a:cubicBezTo>
                  <a:cubicBezTo>
                    <a:pt x="614542" y="3826702"/>
                    <a:pt x="573902" y="3744152"/>
                    <a:pt x="535802" y="3680652"/>
                  </a:cubicBezTo>
                  <a:cubicBezTo>
                    <a:pt x="490082" y="3605722"/>
                    <a:pt x="441822" y="3521902"/>
                    <a:pt x="398642" y="3433002"/>
                  </a:cubicBezTo>
                  <a:cubicBezTo>
                    <a:pt x="351652" y="3333942"/>
                    <a:pt x="303392" y="3220912"/>
                    <a:pt x="264022" y="3115502"/>
                  </a:cubicBezTo>
                  <a:cubicBezTo>
                    <a:pt x="224652" y="3013902"/>
                    <a:pt x="194172" y="2912302"/>
                    <a:pt x="163692" y="2811972"/>
                  </a:cubicBezTo>
                  <a:cubicBezTo>
                    <a:pt x="133212" y="2712912"/>
                    <a:pt x="105272" y="2622742"/>
                    <a:pt x="81142" y="2516062"/>
                  </a:cubicBezTo>
                  <a:cubicBezTo>
                    <a:pt x="53202" y="2392872"/>
                    <a:pt x="25262" y="2227772"/>
                    <a:pt x="12562" y="2112202"/>
                  </a:cubicBezTo>
                  <a:cubicBezTo>
                    <a:pt x="3672" y="2028382"/>
                    <a:pt x="2402" y="1990282"/>
                    <a:pt x="1132" y="1891222"/>
                  </a:cubicBezTo>
                  <a:cubicBezTo>
                    <a:pt x="-1408" y="1689292"/>
                    <a:pt x="-1408" y="1247332"/>
                    <a:pt x="20182" y="970472"/>
                  </a:cubicBezTo>
                  <a:cubicBezTo>
                    <a:pt x="39232" y="739332"/>
                    <a:pt x="97652" y="506922"/>
                    <a:pt x="109082" y="339282"/>
                  </a:cubicBezTo>
                  <a:cubicBezTo>
                    <a:pt x="116702" y="227522"/>
                    <a:pt x="92572" y="113222"/>
                    <a:pt x="107812" y="61152"/>
                  </a:cubicBezTo>
                  <a:cubicBezTo>
                    <a:pt x="115432" y="37022"/>
                    <a:pt x="125592" y="24322"/>
                    <a:pt x="140832" y="14162"/>
                  </a:cubicBezTo>
                  <a:cubicBezTo>
                    <a:pt x="154802" y="4002"/>
                    <a:pt x="177662" y="-1078"/>
                    <a:pt x="195442" y="192"/>
                  </a:cubicBezTo>
                  <a:cubicBezTo>
                    <a:pt x="213222" y="2732"/>
                    <a:pt x="234812" y="14162"/>
                    <a:pt x="246242" y="26862"/>
                  </a:cubicBezTo>
                  <a:cubicBezTo>
                    <a:pt x="257672" y="40832"/>
                    <a:pt x="266562" y="80202"/>
                    <a:pt x="266562" y="8020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1999298" y="4514850"/>
            <a:ext cx="197167" cy="197167"/>
            <a:chOff x="0" y="0"/>
            <a:chExt cx="262890" cy="262890"/>
          </a:xfrm>
        </p:grpSpPr>
        <p:sp>
          <p:nvSpPr>
            <p:cNvPr id="10" name="Freeform 10"/>
            <p:cNvSpPr/>
            <p:nvPr/>
          </p:nvSpPr>
          <p:spPr>
            <a:xfrm>
              <a:off x="50562" y="49409"/>
              <a:ext cx="160258" cy="163357"/>
            </a:xfrm>
            <a:custGeom>
              <a:avLst/>
              <a:gdLst/>
              <a:ahLst/>
              <a:cxnLst/>
              <a:rect l="l" t="t" r="r" b="b"/>
              <a:pathLst>
                <a:path w="160258" h="163357">
                  <a:moveTo>
                    <a:pt x="160258" y="54731"/>
                  </a:moveTo>
                  <a:cubicBezTo>
                    <a:pt x="139938" y="143631"/>
                    <a:pt x="127238" y="149981"/>
                    <a:pt x="115808" y="155061"/>
                  </a:cubicBezTo>
                  <a:cubicBezTo>
                    <a:pt x="104378" y="160141"/>
                    <a:pt x="91678" y="165221"/>
                    <a:pt x="76438" y="162681"/>
                  </a:cubicBezTo>
                  <a:cubicBezTo>
                    <a:pt x="57388" y="158871"/>
                    <a:pt x="23098" y="138551"/>
                    <a:pt x="11668" y="122041"/>
                  </a:cubicBezTo>
                  <a:cubicBezTo>
                    <a:pt x="2778" y="111881"/>
                    <a:pt x="-1032" y="99181"/>
                    <a:pt x="238" y="85211"/>
                  </a:cubicBezTo>
                  <a:cubicBezTo>
                    <a:pt x="238" y="64891"/>
                    <a:pt x="12938" y="29331"/>
                    <a:pt x="30718" y="15361"/>
                  </a:cubicBezTo>
                  <a:cubicBezTo>
                    <a:pt x="48498" y="1391"/>
                    <a:pt x="86598" y="-2419"/>
                    <a:pt x="106918" y="1391"/>
                  </a:cubicBezTo>
                  <a:cubicBezTo>
                    <a:pt x="120888" y="3931"/>
                    <a:pt x="139938" y="21711"/>
                    <a:pt x="139938" y="2171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700838" y="893445"/>
            <a:ext cx="2183130" cy="1037273"/>
            <a:chOff x="0" y="0"/>
            <a:chExt cx="2910840" cy="1383030"/>
          </a:xfrm>
        </p:grpSpPr>
        <p:sp>
          <p:nvSpPr>
            <p:cNvPr id="12" name="Freeform 12"/>
            <p:cNvSpPr/>
            <p:nvPr/>
          </p:nvSpPr>
          <p:spPr>
            <a:xfrm>
              <a:off x="49050" y="50800"/>
              <a:ext cx="2811435" cy="1282626"/>
            </a:xfrm>
            <a:custGeom>
              <a:avLst/>
              <a:gdLst/>
              <a:ahLst/>
              <a:cxnLst/>
              <a:rect l="l" t="t" r="r" b="b"/>
              <a:pathLst>
                <a:path w="2811435" h="1282626">
                  <a:moveTo>
                    <a:pt x="88110" y="0"/>
                  </a:moveTo>
                  <a:cubicBezTo>
                    <a:pt x="664690" y="77470"/>
                    <a:pt x="988540" y="139700"/>
                    <a:pt x="1182850" y="186690"/>
                  </a:cubicBezTo>
                  <a:cubicBezTo>
                    <a:pt x="1317470" y="219710"/>
                    <a:pt x="1415260" y="252730"/>
                    <a:pt x="1520670" y="287020"/>
                  </a:cubicBezTo>
                  <a:cubicBezTo>
                    <a:pt x="1617190" y="318770"/>
                    <a:pt x="1713710" y="353060"/>
                    <a:pt x="1793720" y="386080"/>
                  </a:cubicBezTo>
                  <a:cubicBezTo>
                    <a:pt x="1861030" y="412750"/>
                    <a:pt x="1923260" y="441960"/>
                    <a:pt x="1974060" y="467360"/>
                  </a:cubicBezTo>
                  <a:cubicBezTo>
                    <a:pt x="2012160" y="487680"/>
                    <a:pt x="2031210" y="494030"/>
                    <a:pt x="2073120" y="521970"/>
                  </a:cubicBezTo>
                  <a:cubicBezTo>
                    <a:pt x="2158210" y="579120"/>
                    <a:pt x="2349980" y="731520"/>
                    <a:pt x="2438880" y="810260"/>
                  </a:cubicBezTo>
                  <a:cubicBezTo>
                    <a:pt x="2493490" y="858520"/>
                    <a:pt x="2516350" y="891540"/>
                    <a:pt x="2564610" y="937260"/>
                  </a:cubicBezTo>
                  <a:cubicBezTo>
                    <a:pt x="2625570" y="993140"/>
                    <a:pt x="2742410" y="1073150"/>
                    <a:pt x="2780510" y="1117600"/>
                  </a:cubicBezTo>
                  <a:cubicBezTo>
                    <a:pt x="2797020" y="1139190"/>
                    <a:pt x="2805910" y="1151890"/>
                    <a:pt x="2809720" y="1169670"/>
                  </a:cubicBezTo>
                  <a:cubicBezTo>
                    <a:pt x="2813530" y="1188720"/>
                    <a:pt x="2810990" y="1212850"/>
                    <a:pt x="2802100" y="1229360"/>
                  </a:cubicBezTo>
                  <a:cubicBezTo>
                    <a:pt x="2793210" y="1245870"/>
                    <a:pt x="2776700" y="1263650"/>
                    <a:pt x="2760190" y="1271270"/>
                  </a:cubicBezTo>
                  <a:cubicBezTo>
                    <a:pt x="2742410" y="1280160"/>
                    <a:pt x="2719550" y="1283970"/>
                    <a:pt x="2700500" y="1280160"/>
                  </a:cubicBezTo>
                  <a:cubicBezTo>
                    <a:pt x="2681450" y="1276350"/>
                    <a:pt x="2659860" y="1262380"/>
                    <a:pt x="2648430" y="1250950"/>
                  </a:cubicBezTo>
                  <a:cubicBezTo>
                    <a:pt x="2639540" y="1243330"/>
                    <a:pt x="2635730" y="1235710"/>
                    <a:pt x="2631920" y="1225550"/>
                  </a:cubicBezTo>
                  <a:cubicBezTo>
                    <a:pt x="2626840" y="1210310"/>
                    <a:pt x="2623030" y="1183640"/>
                    <a:pt x="2626840" y="1165860"/>
                  </a:cubicBezTo>
                  <a:cubicBezTo>
                    <a:pt x="2631920" y="1146810"/>
                    <a:pt x="2647160" y="1126490"/>
                    <a:pt x="2658590" y="1115060"/>
                  </a:cubicBezTo>
                  <a:cubicBezTo>
                    <a:pt x="2667480" y="1107440"/>
                    <a:pt x="2676370" y="1103630"/>
                    <a:pt x="2685260" y="1099820"/>
                  </a:cubicBezTo>
                  <a:cubicBezTo>
                    <a:pt x="2694150" y="1096010"/>
                    <a:pt x="2703040" y="1093470"/>
                    <a:pt x="2714470" y="1094740"/>
                  </a:cubicBezTo>
                  <a:cubicBezTo>
                    <a:pt x="2730980" y="1094740"/>
                    <a:pt x="2756380" y="1101090"/>
                    <a:pt x="2772890" y="1111250"/>
                  </a:cubicBezTo>
                  <a:cubicBezTo>
                    <a:pt x="2788130" y="1122680"/>
                    <a:pt x="2802100" y="1141730"/>
                    <a:pt x="2807180" y="1160780"/>
                  </a:cubicBezTo>
                  <a:cubicBezTo>
                    <a:pt x="2813530" y="1178560"/>
                    <a:pt x="2809720" y="1203960"/>
                    <a:pt x="2805910" y="1220470"/>
                  </a:cubicBezTo>
                  <a:cubicBezTo>
                    <a:pt x="2803370" y="1230630"/>
                    <a:pt x="2799560" y="1238250"/>
                    <a:pt x="2790670" y="1245870"/>
                  </a:cubicBezTo>
                  <a:cubicBezTo>
                    <a:pt x="2780510" y="1258570"/>
                    <a:pt x="2758920" y="1273810"/>
                    <a:pt x="2741140" y="1278890"/>
                  </a:cubicBezTo>
                  <a:cubicBezTo>
                    <a:pt x="2722090" y="1283970"/>
                    <a:pt x="2708120" y="1285240"/>
                    <a:pt x="2681450" y="1273810"/>
                  </a:cubicBezTo>
                  <a:cubicBezTo>
                    <a:pt x="2581120" y="1231900"/>
                    <a:pt x="2189960" y="836930"/>
                    <a:pt x="2076930" y="744220"/>
                  </a:cubicBezTo>
                  <a:cubicBezTo>
                    <a:pt x="2033750" y="708660"/>
                    <a:pt x="2018510" y="695960"/>
                    <a:pt x="1985490" y="674370"/>
                  </a:cubicBezTo>
                  <a:cubicBezTo>
                    <a:pt x="1946120" y="650240"/>
                    <a:pt x="1909290" y="631190"/>
                    <a:pt x="1855950" y="604520"/>
                  </a:cubicBezTo>
                  <a:cubicBezTo>
                    <a:pt x="1770860" y="562610"/>
                    <a:pt x="1636240" y="501650"/>
                    <a:pt x="1521940" y="458470"/>
                  </a:cubicBezTo>
                  <a:cubicBezTo>
                    <a:pt x="1406370" y="414020"/>
                    <a:pt x="1295880" y="378460"/>
                    <a:pt x="1163800" y="341630"/>
                  </a:cubicBezTo>
                  <a:cubicBezTo>
                    <a:pt x="1008860" y="299720"/>
                    <a:pt x="828520" y="257810"/>
                    <a:pt x="649450" y="226060"/>
                  </a:cubicBezTo>
                  <a:cubicBezTo>
                    <a:pt x="457680" y="191770"/>
                    <a:pt x="130020" y="187960"/>
                    <a:pt x="48740" y="149860"/>
                  </a:cubicBezTo>
                  <a:cubicBezTo>
                    <a:pt x="24610" y="138430"/>
                    <a:pt x="15720" y="128270"/>
                    <a:pt x="8100" y="113030"/>
                  </a:cubicBezTo>
                  <a:cubicBezTo>
                    <a:pt x="480" y="97790"/>
                    <a:pt x="-2060" y="73660"/>
                    <a:pt x="1750" y="57150"/>
                  </a:cubicBezTo>
                  <a:cubicBezTo>
                    <a:pt x="6830" y="40640"/>
                    <a:pt x="19530" y="21590"/>
                    <a:pt x="33500" y="12700"/>
                  </a:cubicBezTo>
                  <a:cubicBezTo>
                    <a:pt x="48740" y="2540"/>
                    <a:pt x="88110" y="0"/>
                    <a:pt x="88110" y="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8886825" y="1894523"/>
            <a:ext cx="194310" cy="197167"/>
            <a:chOff x="0" y="0"/>
            <a:chExt cx="259080" cy="262890"/>
          </a:xfrm>
        </p:grpSpPr>
        <p:sp>
          <p:nvSpPr>
            <p:cNvPr id="14" name="Freeform 14"/>
            <p:cNvSpPr/>
            <p:nvPr/>
          </p:nvSpPr>
          <p:spPr>
            <a:xfrm>
              <a:off x="46124" y="49802"/>
              <a:ext cx="158346" cy="163241"/>
            </a:xfrm>
            <a:custGeom>
              <a:avLst/>
              <a:gdLst/>
              <a:ahLst/>
              <a:cxnLst/>
              <a:rect l="l" t="t" r="r" b="b"/>
              <a:pathLst>
                <a:path w="158346" h="163241">
                  <a:moveTo>
                    <a:pt x="158346" y="55608"/>
                  </a:moveTo>
                  <a:cubicBezTo>
                    <a:pt x="155806" y="114028"/>
                    <a:pt x="130406" y="144508"/>
                    <a:pt x="113896" y="154668"/>
                  </a:cubicBezTo>
                  <a:cubicBezTo>
                    <a:pt x="101196" y="162288"/>
                    <a:pt x="88496" y="164828"/>
                    <a:pt x="74526" y="162288"/>
                  </a:cubicBezTo>
                  <a:cubicBezTo>
                    <a:pt x="55476" y="158478"/>
                    <a:pt x="21186" y="141968"/>
                    <a:pt x="9756" y="122918"/>
                  </a:cubicBezTo>
                  <a:cubicBezTo>
                    <a:pt x="-2944" y="102598"/>
                    <a:pt x="-1674" y="64498"/>
                    <a:pt x="4676" y="45448"/>
                  </a:cubicBezTo>
                  <a:cubicBezTo>
                    <a:pt x="8486" y="31478"/>
                    <a:pt x="17376" y="22588"/>
                    <a:pt x="28806" y="14968"/>
                  </a:cubicBezTo>
                  <a:cubicBezTo>
                    <a:pt x="46586" y="4808"/>
                    <a:pt x="84686" y="-2812"/>
                    <a:pt x="105006" y="998"/>
                  </a:cubicBezTo>
                  <a:cubicBezTo>
                    <a:pt x="118976" y="3538"/>
                    <a:pt x="138026" y="21318"/>
                    <a:pt x="138026" y="2131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4039553" y="7854315"/>
            <a:ext cx="4258628" cy="1927860"/>
            <a:chOff x="0" y="0"/>
            <a:chExt cx="5678170" cy="2570480"/>
          </a:xfrm>
        </p:grpSpPr>
        <p:sp>
          <p:nvSpPr>
            <p:cNvPr id="16" name="Freeform 16"/>
            <p:cNvSpPr/>
            <p:nvPr/>
          </p:nvSpPr>
          <p:spPr>
            <a:xfrm>
              <a:off x="49213" y="50800"/>
              <a:ext cx="5578157" cy="2469436"/>
            </a:xfrm>
            <a:custGeom>
              <a:avLst/>
              <a:gdLst/>
              <a:ahLst/>
              <a:cxnLst/>
              <a:rect l="l" t="t" r="r" b="b"/>
              <a:pathLst>
                <a:path w="5578157" h="2469436">
                  <a:moveTo>
                    <a:pt x="5578157" y="96520"/>
                  </a:moveTo>
                  <a:cubicBezTo>
                    <a:pt x="5559107" y="207010"/>
                    <a:pt x="5541327" y="257810"/>
                    <a:pt x="5523547" y="295910"/>
                  </a:cubicBezTo>
                  <a:cubicBezTo>
                    <a:pt x="5508307" y="331470"/>
                    <a:pt x="5496877" y="359410"/>
                    <a:pt x="5471477" y="394970"/>
                  </a:cubicBezTo>
                  <a:cubicBezTo>
                    <a:pt x="5434647" y="449580"/>
                    <a:pt x="5364797" y="521970"/>
                    <a:pt x="5305107" y="580390"/>
                  </a:cubicBezTo>
                  <a:cubicBezTo>
                    <a:pt x="5242877" y="638810"/>
                    <a:pt x="5176837" y="698500"/>
                    <a:pt x="5108257" y="748030"/>
                  </a:cubicBezTo>
                  <a:cubicBezTo>
                    <a:pt x="5040947" y="796290"/>
                    <a:pt x="4952047" y="834390"/>
                    <a:pt x="4898707" y="873760"/>
                  </a:cubicBezTo>
                  <a:cubicBezTo>
                    <a:pt x="4859337" y="902970"/>
                    <a:pt x="4849177" y="927100"/>
                    <a:pt x="4805997" y="956310"/>
                  </a:cubicBezTo>
                  <a:cubicBezTo>
                    <a:pt x="4725987" y="1010920"/>
                    <a:pt x="4560887" y="1083310"/>
                    <a:pt x="4433887" y="1141730"/>
                  </a:cubicBezTo>
                  <a:cubicBezTo>
                    <a:pt x="4304347" y="1202690"/>
                    <a:pt x="4182427" y="1254760"/>
                    <a:pt x="4033837" y="1315720"/>
                  </a:cubicBezTo>
                  <a:cubicBezTo>
                    <a:pt x="3850957" y="1390650"/>
                    <a:pt x="3580447" y="1503680"/>
                    <a:pt x="3420427" y="1554480"/>
                  </a:cubicBezTo>
                  <a:cubicBezTo>
                    <a:pt x="3321367" y="1586230"/>
                    <a:pt x="3264217" y="1590040"/>
                    <a:pt x="3175317" y="1615440"/>
                  </a:cubicBezTo>
                  <a:cubicBezTo>
                    <a:pt x="3067367" y="1647190"/>
                    <a:pt x="2950527" y="1694180"/>
                    <a:pt x="2817177" y="1733550"/>
                  </a:cubicBezTo>
                  <a:cubicBezTo>
                    <a:pt x="2654617" y="1781810"/>
                    <a:pt x="2485707" y="1816100"/>
                    <a:pt x="2267267" y="1878330"/>
                  </a:cubicBezTo>
                  <a:cubicBezTo>
                    <a:pt x="1940877" y="1969770"/>
                    <a:pt x="1374457" y="2153920"/>
                    <a:pt x="1053147" y="2244090"/>
                  </a:cubicBezTo>
                  <a:cubicBezTo>
                    <a:pt x="842327" y="2303780"/>
                    <a:pt x="660717" y="2355850"/>
                    <a:pt x="527367" y="2382520"/>
                  </a:cubicBezTo>
                  <a:cubicBezTo>
                    <a:pt x="446087" y="2399030"/>
                    <a:pt x="397827" y="2396490"/>
                    <a:pt x="330517" y="2409190"/>
                  </a:cubicBezTo>
                  <a:cubicBezTo>
                    <a:pt x="256857" y="2424430"/>
                    <a:pt x="159067" y="2467610"/>
                    <a:pt x="104457" y="2468880"/>
                  </a:cubicBezTo>
                  <a:cubicBezTo>
                    <a:pt x="72707" y="2468880"/>
                    <a:pt x="46037" y="2465070"/>
                    <a:pt x="28257" y="2449830"/>
                  </a:cubicBezTo>
                  <a:cubicBezTo>
                    <a:pt x="11747" y="2434590"/>
                    <a:pt x="-2223" y="2399030"/>
                    <a:pt x="1587" y="2377440"/>
                  </a:cubicBezTo>
                  <a:cubicBezTo>
                    <a:pt x="4127" y="2354580"/>
                    <a:pt x="25717" y="2324100"/>
                    <a:pt x="46037" y="2312670"/>
                  </a:cubicBezTo>
                  <a:cubicBezTo>
                    <a:pt x="67627" y="2302510"/>
                    <a:pt x="104457" y="2306320"/>
                    <a:pt x="124777" y="2315210"/>
                  </a:cubicBezTo>
                  <a:cubicBezTo>
                    <a:pt x="141287" y="2322830"/>
                    <a:pt x="153987" y="2339340"/>
                    <a:pt x="160337" y="2354580"/>
                  </a:cubicBezTo>
                  <a:cubicBezTo>
                    <a:pt x="166687" y="2369820"/>
                    <a:pt x="170497" y="2390140"/>
                    <a:pt x="165417" y="2407920"/>
                  </a:cubicBezTo>
                  <a:cubicBezTo>
                    <a:pt x="157797" y="2428240"/>
                    <a:pt x="134937" y="2457450"/>
                    <a:pt x="113347" y="2466340"/>
                  </a:cubicBezTo>
                  <a:cubicBezTo>
                    <a:pt x="91757" y="2473960"/>
                    <a:pt x="53657" y="2466340"/>
                    <a:pt x="35877" y="2456180"/>
                  </a:cubicBezTo>
                  <a:cubicBezTo>
                    <a:pt x="20637" y="2446020"/>
                    <a:pt x="9207" y="2428240"/>
                    <a:pt x="4127" y="2413000"/>
                  </a:cubicBezTo>
                  <a:cubicBezTo>
                    <a:pt x="-953" y="2396490"/>
                    <a:pt x="-2223" y="2376170"/>
                    <a:pt x="5397" y="2359660"/>
                  </a:cubicBezTo>
                  <a:cubicBezTo>
                    <a:pt x="14287" y="2339340"/>
                    <a:pt x="34607" y="2321560"/>
                    <a:pt x="63817" y="2307590"/>
                  </a:cubicBezTo>
                  <a:cubicBezTo>
                    <a:pt x="114617" y="2279650"/>
                    <a:pt x="232727" y="2263140"/>
                    <a:pt x="307657" y="2249170"/>
                  </a:cubicBezTo>
                  <a:cubicBezTo>
                    <a:pt x="369887" y="2237740"/>
                    <a:pt x="406717" y="2240280"/>
                    <a:pt x="481647" y="2225040"/>
                  </a:cubicBezTo>
                  <a:cubicBezTo>
                    <a:pt x="622617" y="2197100"/>
                    <a:pt x="907097" y="2118360"/>
                    <a:pt x="1091247" y="2063750"/>
                  </a:cubicBezTo>
                  <a:cubicBezTo>
                    <a:pt x="1244917" y="2016760"/>
                    <a:pt x="1333817" y="1977390"/>
                    <a:pt x="1511617" y="1922780"/>
                  </a:cubicBezTo>
                  <a:cubicBezTo>
                    <a:pt x="1817687" y="1830070"/>
                    <a:pt x="2471737" y="1668780"/>
                    <a:pt x="2762567" y="1577340"/>
                  </a:cubicBezTo>
                  <a:cubicBezTo>
                    <a:pt x="2920047" y="1529080"/>
                    <a:pt x="3017837" y="1483360"/>
                    <a:pt x="3124517" y="1451610"/>
                  </a:cubicBezTo>
                  <a:cubicBezTo>
                    <a:pt x="3208337" y="1426210"/>
                    <a:pt x="3259137" y="1422400"/>
                    <a:pt x="3350577" y="1393190"/>
                  </a:cubicBezTo>
                  <a:cubicBezTo>
                    <a:pt x="3504247" y="1343660"/>
                    <a:pt x="3753167" y="1242060"/>
                    <a:pt x="3951287" y="1158240"/>
                  </a:cubicBezTo>
                  <a:cubicBezTo>
                    <a:pt x="4149407" y="1074420"/>
                    <a:pt x="4390707" y="963930"/>
                    <a:pt x="4538027" y="890270"/>
                  </a:cubicBezTo>
                  <a:cubicBezTo>
                    <a:pt x="4629467" y="844550"/>
                    <a:pt x="4680267" y="820420"/>
                    <a:pt x="4756467" y="773430"/>
                  </a:cubicBezTo>
                  <a:cubicBezTo>
                    <a:pt x="4850447" y="715010"/>
                    <a:pt x="4973637" y="623570"/>
                    <a:pt x="5057457" y="560070"/>
                  </a:cubicBezTo>
                  <a:cubicBezTo>
                    <a:pt x="5118417" y="511810"/>
                    <a:pt x="5165407" y="476250"/>
                    <a:pt x="5213667" y="429260"/>
                  </a:cubicBezTo>
                  <a:cubicBezTo>
                    <a:pt x="5261927" y="381000"/>
                    <a:pt x="5315267" y="326390"/>
                    <a:pt x="5347017" y="274320"/>
                  </a:cubicBezTo>
                  <a:cubicBezTo>
                    <a:pt x="5373687" y="232410"/>
                    <a:pt x="5388927" y="187960"/>
                    <a:pt x="5400357" y="148590"/>
                  </a:cubicBezTo>
                  <a:cubicBezTo>
                    <a:pt x="5409247" y="115570"/>
                    <a:pt x="5402897" y="80010"/>
                    <a:pt x="5414327" y="54610"/>
                  </a:cubicBezTo>
                  <a:cubicBezTo>
                    <a:pt x="5423217" y="35560"/>
                    <a:pt x="5439727" y="19050"/>
                    <a:pt x="5453697" y="10160"/>
                  </a:cubicBezTo>
                  <a:cubicBezTo>
                    <a:pt x="5466397" y="2540"/>
                    <a:pt x="5479097" y="0"/>
                    <a:pt x="5493067" y="0"/>
                  </a:cubicBezTo>
                  <a:cubicBezTo>
                    <a:pt x="5510847" y="1270"/>
                    <a:pt x="5536247" y="11430"/>
                    <a:pt x="5550217" y="21590"/>
                  </a:cubicBezTo>
                  <a:cubicBezTo>
                    <a:pt x="5561647" y="30480"/>
                    <a:pt x="5567997" y="43180"/>
                    <a:pt x="5573077" y="55880"/>
                  </a:cubicBezTo>
                  <a:cubicBezTo>
                    <a:pt x="5578157" y="67310"/>
                    <a:pt x="5578157" y="96520"/>
                    <a:pt x="5578157" y="9652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3779520" y="9743122"/>
            <a:ext cx="194310" cy="192405"/>
            <a:chOff x="0" y="0"/>
            <a:chExt cx="259080" cy="256540"/>
          </a:xfrm>
        </p:grpSpPr>
        <p:sp>
          <p:nvSpPr>
            <p:cNvPr id="18" name="Freeform 18"/>
            <p:cNvSpPr/>
            <p:nvPr/>
          </p:nvSpPr>
          <p:spPr>
            <a:xfrm>
              <a:off x="47201" y="49802"/>
              <a:ext cx="157269" cy="159379"/>
            </a:xfrm>
            <a:custGeom>
              <a:avLst/>
              <a:gdLst/>
              <a:ahLst/>
              <a:cxnLst/>
              <a:rect l="l" t="t" r="r" b="b"/>
              <a:pathLst>
                <a:path w="157269" h="159379">
                  <a:moveTo>
                    <a:pt x="157269" y="55608"/>
                  </a:moveTo>
                  <a:cubicBezTo>
                    <a:pt x="153459" y="114028"/>
                    <a:pt x="133139" y="145778"/>
                    <a:pt x="112819" y="154668"/>
                  </a:cubicBezTo>
                  <a:cubicBezTo>
                    <a:pt x="91229" y="163558"/>
                    <a:pt x="54399" y="158478"/>
                    <a:pt x="35349" y="150858"/>
                  </a:cubicBezTo>
                  <a:cubicBezTo>
                    <a:pt x="22649" y="144508"/>
                    <a:pt x="13759" y="135618"/>
                    <a:pt x="7409" y="122918"/>
                  </a:cubicBezTo>
                  <a:cubicBezTo>
                    <a:pt x="-211" y="103868"/>
                    <a:pt x="-2751" y="64498"/>
                    <a:pt x="3599" y="45448"/>
                  </a:cubicBezTo>
                  <a:cubicBezTo>
                    <a:pt x="7409" y="31478"/>
                    <a:pt x="15029" y="22588"/>
                    <a:pt x="27729" y="14968"/>
                  </a:cubicBezTo>
                  <a:cubicBezTo>
                    <a:pt x="44239" y="4808"/>
                    <a:pt x="83609" y="-2812"/>
                    <a:pt x="102659" y="998"/>
                  </a:cubicBezTo>
                  <a:cubicBezTo>
                    <a:pt x="116629" y="3538"/>
                    <a:pt x="136949" y="21318"/>
                    <a:pt x="136949" y="2131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462915" y="5180647"/>
            <a:ext cx="1158240" cy="1030605"/>
            <a:chOff x="0" y="0"/>
            <a:chExt cx="1544320" cy="1374140"/>
          </a:xfrm>
        </p:grpSpPr>
        <p:sp>
          <p:nvSpPr>
            <p:cNvPr id="20" name="Freeform 20"/>
            <p:cNvSpPr/>
            <p:nvPr/>
          </p:nvSpPr>
          <p:spPr>
            <a:xfrm>
              <a:off x="50292" y="39760"/>
              <a:ext cx="1443184" cy="1283580"/>
            </a:xfrm>
            <a:custGeom>
              <a:avLst/>
              <a:gdLst/>
              <a:ahLst/>
              <a:cxnLst/>
              <a:rect l="l" t="t" r="r" b="b"/>
              <a:pathLst>
                <a:path w="1443184" h="1283580">
                  <a:moveTo>
                    <a:pt x="1358138" y="181220"/>
                  </a:moveTo>
                  <a:cubicBezTo>
                    <a:pt x="906018" y="195190"/>
                    <a:pt x="889508" y="210430"/>
                    <a:pt x="851408" y="238370"/>
                  </a:cubicBezTo>
                  <a:cubicBezTo>
                    <a:pt x="787908" y="282820"/>
                    <a:pt x="695198" y="385690"/>
                    <a:pt x="627888" y="442840"/>
                  </a:cubicBezTo>
                  <a:cubicBezTo>
                    <a:pt x="573278" y="488560"/>
                    <a:pt x="526288" y="517770"/>
                    <a:pt x="478028" y="558410"/>
                  </a:cubicBezTo>
                  <a:cubicBezTo>
                    <a:pt x="429768" y="600320"/>
                    <a:pt x="373888" y="651120"/>
                    <a:pt x="338328" y="691760"/>
                  </a:cubicBezTo>
                  <a:cubicBezTo>
                    <a:pt x="311658" y="722240"/>
                    <a:pt x="295148" y="745100"/>
                    <a:pt x="277368" y="775580"/>
                  </a:cubicBezTo>
                  <a:cubicBezTo>
                    <a:pt x="258318" y="804790"/>
                    <a:pt x="239268" y="839080"/>
                    <a:pt x="227838" y="872100"/>
                  </a:cubicBezTo>
                  <a:cubicBezTo>
                    <a:pt x="217678" y="900040"/>
                    <a:pt x="213868" y="922900"/>
                    <a:pt x="210058" y="958460"/>
                  </a:cubicBezTo>
                  <a:cubicBezTo>
                    <a:pt x="203708" y="1010530"/>
                    <a:pt x="221488" y="1099430"/>
                    <a:pt x="208788" y="1154040"/>
                  </a:cubicBezTo>
                  <a:cubicBezTo>
                    <a:pt x="197358" y="1197220"/>
                    <a:pt x="175768" y="1242940"/>
                    <a:pt x="151638" y="1264530"/>
                  </a:cubicBezTo>
                  <a:cubicBezTo>
                    <a:pt x="135128" y="1278500"/>
                    <a:pt x="113538" y="1283580"/>
                    <a:pt x="94488" y="1283580"/>
                  </a:cubicBezTo>
                  <a:cubicBezTo>
                    <a:pt x="75438" y="1283580"/>
                    <a:pt x="51308" y="1272150"/>
                    <a:pt x="37338" y="1263260"/>
                  </a:cubicBezTo>
                  <a:cubicBezTo>
                    <a:pt x="27178" y="1256910"/>
                    <a:pt x="22098" y="1251830"/>
                    <a:pt x="15748" y="1241670"/>
                  </a:cubicBezTo>
                  <a:cubicBezTo>
                    <a:pt x="8128" y="1227700"/>
                    <a:pt x="-762" y="1202300"/>
                    <a:pt x="508" y="1183250"/>
                  </a:cubicBezTo>
                  <a:cubicBezTo>
                    <a:pt x="1778" y="1164200"/>
                    <a:pt x="10668" y="1141340"/>
                    <a:pt x="23368" y="1127370"/>
                  </a:cubicBezTo>
                  <a:cubicBezTo>
                    <a:pt x="34798" y="1112130"/>
                    <a:pt x="56388" y="1100700"/>
                    <a:pt x="74168" y="1095620"/>
                  </a:cubicBezTo>
                  <a:cubicBezTo>
                    <a:pt x="93218" y="1091810"/>
                    <a:pt x="117348" y="1094350"/>
                    <a:pt x="135128" y="1103240"/>
                  </a:cubicBezTo>
                  <a:cubicBezTo>
                    <a:pt x="151638" y="1110860"/>
                    <a:pt x="169418" y="1131180"/>
                    <a:pt x="178308" y="1143880"/>
                  </a:cubicBezTo>
                  <a:cubicBezTo>
                    <a:pt x="184658" y="1154040"/>
                    <a:pt x="187198" y="1161660"/>
                    <a:pt x="188468" y="1173090"/>
                  </a:cubicBezTo>
                  <a:cubicBezTo>
                    <a:pt x="189738" y="1189600"/>
                    <a:pt x="187198" y="1216270"/>
                    <a:pt x="178308" y="1232780"/>
                  </a:cubicBezTo>
                  <a:cubicBezTo>
                    <a:pt x="169418" y="1249290"/>
                    <a:pt x="147828" y="1267070"/>
                    <a:pt x="133858" y="1274690"/>
                  </a:cubicBezTo>
                  <a:cubicBezTo>
                    <a:pt x="123698" y="1279770"/>
                    <a:pt x="116078" y="1282310"/>
                    <a:pt x="104648" y="1282310"/>
                  </a:cubicBezTo>
                  <a:cubicBezTo>
                    <a:pt x="88138" y="1283580"/>
                    <a:pt x="61468" y="1279770"/>
                    <a:pt x="46228" y="1269610"/>
                  </a:cubicBezTo>
                  <a:cubicBezTo>
                    <a:pt x="29718" y="1259450"/>
                    <a:pt x="13208" y="1241670"/>
                    <a:pt x="6858" y="1223890"/>
                  </a:cubicBezTo>
                  <a:cubicBezTo>
                    <a:pt x="-762" y="1206110"/>
                    <a:pt x="-2032" y="1180710"/>
                    <a:pt x="3048" y="1162930"/>
                  </a:cubicBezTo>
                  <a:cubicBezTo>
                    <a:pt x="9398" y="1145150"/>
                    <a:pt x="36068" y="1112130"/>
                    <a:pt x="37338" y="1113400"/>
                  </a:cubicBezTo>
                  <a:cubicBezTo>
                    <a:pt x="38608" y="1113400"/>
                    <a:pt x="23368" y="1155310"/>
                    <a:pt x="19558" y="1154040"/>
                  </a:cubicBezTo>
                  <a:cubicBezTo>
                    <a:pt x="10668" y="1152770"/>
                    <a:pt x="15748" y="1005450"/>
                    <a:pt x="22098" y="952110"/>
                  </a:cubicBezTo>
                  <a:cubicBezTo>
                    <a:pt x="27178" y="916550"/>
                    <a:pt x="33528" y="893690"/>
                    <a:pt x="43688" y="863210"/>
                  </a:cubicBezTo>
                  <a:cubicBezTo>
                    <a:pt x="55118" y="830190"/>
                    <a:pt x="69088" y="794630"/>
                    <a:pt x="86868" y="759070"/>
                  </a:cubicBezTo>
                  <a:cubicBezTo>
                    <a:pt x="105918" y="719700"/>
                    <a:pt x="130048" y="680330"/>
                    <a:pt x="159258" y="638420"/>
                  </a:cubicBezTo>
                  <a:cubicBezTo>
                    <a:pt x="196088" y="587620"/>
                    <a:pt x="240538" y="527930"/>
                    <a:pt x="295148" y="475860"/>
                  </a:cubicBezTo>
                  <a:cubicBezTo>
                    <a:pt x="357378" y="416170"/>
                    <a:pt x="450088" y="366640"/>
                    <a:pt x="522478" y="305680"/>
                  </a:cubicBezTo>
                  <a:cubicBezTo>
                    <a:pt x="596138" y="243450"/>
                    <a:pt x="672338" y="152010"/>
                    <a:pt x="733298" y="107560"/>
                  </a:cubicBezTo>
                  <a:cubicBezTo>
                    <a:pt x="772668" y="78350"/>
                    <a:pt x="803148" y="63110"/>
                    <a:pt x="841248" y="46600"/>
                  </a:cubicBezTo>
                  <a:cubicBezTo>
                    <a:pt x="876808" y="31360"/>
                    <a:pt x="902208" y="18660"/>
                    <a:pt x="953008" y="11040"/>
                  </a:cubicBezTo>
                  <a:cubicBezTo>
                    <a:pt x="1052068" y="-2930"/>
                    <a:pt x="1331468" y="-8010"/>
                    <a:pt x="1397508" y="22470"/>
                  </a:cubicBezTo>
                  <a:cubicBezTo>
                    <a:pt x="1421638" y="33900"/>
                    <a:pt x="1430528" y="51680"/>
                    <a:pt x="1436878" y="66920"/>
                  </a:cubicBezTo>
                  <a:cubicBezTo>
                    <a:pt x="1443228" y="79620"/>
                    <a:pt x="1444498" y="93590"/>
                    <a:pt x="1441958" y="107560"/>
                  </a:cubicBezTo>
                  <a:cubicBezTo>
                    <a:pt x="1439418" y="124070"/>
                    <a:pt x="1427988" y="148200"/>
                    <a:pt x="1414018" y="160900"/>
                  </a:cubicBezTo>
                  <a:cubicBezTo>
                    <a:pt x="1400048" y="172330"/>
                    <a:pt x="1358138" y="181220"/>
                    <a:pt x="1358138" y="18122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20053" y="6246495"/>
            <a:ext cx="194310" cy="194310"/>
            <a:chOff x="0" y="0"/>
            <a:chExt cx="259080" cy="259080"/>
          </a:xfrm>
        </p:grpSpPr>
        <p:sp>
          <p:nvSpPr>
            <p:cNvPr id="22" name="Freeform 22"/>
            <p:cNvSpPr/>
            <p:nvPr/>
          </p:nvSpPr>
          <p:spPr>
            <a:xfrm>
              <a:off x="47201" y="50800"/>
              <a:ext cx="157269" cy="161813"/>
            </a:xfrm>
            <a:custGeom>
              <a:avLst/>
              <a:gdLst/>
              <a:ahLst/>
              <a:cxnLst/>
              <a:rect l="l" t="t" r="r" b="b"/>
              <a:pathLst>
                <a:path w="157269" h="161813">
                  <a:moveTo>
                    <a:pt x="157269" y="57150"/>
                  </a:moveTo>
                  <a:cubicBezTo>
                    <a:pt x="153459" y="115570"/>
                    <a:pt x="133139" y="147320"/>
                    <a:pt x="112819" y="157480"/>
                  </a:cubicBezTo>
                  <a:cubicBezTo>
                    <a:pt x="91229" y="166370"/>
                    <a:pt x="54399" y="160020"/>
                    <a:pt x="35349" y="152400"/>
                  </a:cubicBezTo>
                  <a:cubicBezTo>
                    <a:pt x="22649" y="146050"/>
                    <a:pt x="13759" y="137160"/>
                    <a:pt x="7409" y="124460"/>
                  </a:cubicBezTo>
                  <a:cubicBezTo>
                    <a:pt x="-211" y="106680"/>
                    <a:pt x="-2751" y="67310"/>
                    <a:pt x="3599" y="48260"/>
                  </a:cubicBezTo>
                  <a:cubicBezTo>
                    <a:pt x="7409" y="34290"/>
                    <a:pt x="17569" y="24130"/>
                    <a:pt x="27729" y="16510"/>
                  </a:cubicBezTo>
                  <a:cubicBezTo>
                    <a:pt x="37889" y="8890"/>
                    <a:pt x="49319" y="1270"/>
                    <a:pt x="63289" y="0"/>
                  </a:cubicBezTo>
                  <a:cubicBezTo>
                    <a:pt x="83609" y="0"/>
                    <a:pt x="136949" y="22860"/>
                    <a:pt x="136949" y="2286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2095535" y="2453677"/>
            <a:ext cx="5957349" cy="1608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lnSpc>
                <a:spcPts val="3220"/>
              </a:lnSpc>
              <a:buFont typeface="Arial" panose="020B0604020202020204" pitchFamily="34" charset="0"/>
              <a:buChar char="•"/>
            </a:pPr>
            <a:r>
              <a:rPr lang="ka-GE" sz="23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არასწორი პრეპარატის დანიშვნა </a:t>
            </a:r>
          </a:p>
          <a:p>
            <a:pPr marL="342900" indent="-342900">
              <a:lnSpc>
                <a:spcPts val="3220"/>
              </a:lnSpc>
              <a:buFont typeface="Arial" panose="020B0604020202020204" pitchFamily="34" charset="0"/>
              <a:buChar char="•"/>
            </a:pPr>
            <a:r>
              <a:rPr lang="ka-GE" sz="23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დოზის შეცდომა </a:t>
            </a:r>
          </a:p>
          <a:p>
            <a:pPr marL="342900" indent="-342900">
              <a:lnSpc>
                <a:spcPts val="3220"/>
              </a:lnSpc>
              <a:buFont typeface="Arial" panose="020B0604020202020204" pitchFamily="34" charset="0"/>
              <a:buChar char="•"/>
            </a:pPr>
            <a:r>
              <a:rPr lang="ka-GE" sz="23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წამლების ერთმანეთთან შეუთავსებლობა </a:t>
            </a:r>
          </a:p>
          <a:p>
            <a:pPr marL="342900" indent="-342900">
              <a:lnSpc>
                <a:spcPts val="3220"/>
              </a:lnSpc>
              <a:buFont typeface="Arial" panose="020B0604020202020204" pitchFamily="34" charset="0"/>
              <a:buChar char="•"/>
            </a:pPr>
            <a:r>
              <a:rPr lang="ka-GE" sz="23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ალერგიული რეაქციის უგულებელყოფა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74966" y="6718231"/>
            <a:ext cx="5803660" cy="2032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2400" dirty="0"/>
              <a:t>ხშირად ხდება, რომ პაციენტს ენიშნება ორი წამალი, რომლებიც ერთმანეთთან შეუთავსებელია. მაგალითად, ერთის მოქმედება მეორის ეფექტს აძლიერებს და დოზის გადაჭარბება ხდება.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316466" y="1022059"/>
            <a:ext cx="7942834" cy="2272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100"/>
              </a:lnSpc>
            </a:pPr>
            <a:r>
              <a:rPr lang="ka-GE" sz="6600" dirty="0"/>
              <a:t>მედიკამენტური შეცდომები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385461">
            <a:off x="-298410" y="-1254756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548091" flipH="1">
            <a:off x="-4057152" y="2252603"/>
            <a:ext cx="14085520" cy="8841175"/>
          </a:xfrm>
          <a:custGeom>
            <a:avLst/>
            <a:gdLst/>
            <a:ahLst/>
            <a:cxnLst/>
            <a:rect l="l" t="t" r="r" b="b"/>
            <a:pathLst>
              <a:path w="14085520" h="8841175">
                <a:moveTo>
                  <a:pt x="14085520" y="0"/>
                </a:moveTo>
                <a:lnTo>
                  <a:pt x="0" y="0"/>
                </a:lnTo>
                <a:lnTo>
                  <a:pt x="0" y="8841174"/>
                </a:lnTo>
                <a:lnTo>
                  <a:pt x="14085520" y="8841174"/>
                </a:lnTo>
                <a:lnTo>
                  <a:pt x="1408552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10385461" flipH="1">
            <a:off x="11770047" y="-793791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9743832" y="0"/>
                </a:moveTo>
                <a:lnTo>
                  <a:pt x="0" y="0"/>
                </a:lnTo>
                <a:lnTo>
                  <a:pt x="0" y="10202966"/>
                </a:lnTo>
                <a:lnTo>
                  <a:pt x="9743832" y="10202966"/>
                </a:lnTo>
                <a:lnTo>
                  <a:pt x="9743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51817" flipH="1">
            <a:off x="9803189" y="189012"/>
            <a:ext cx="16969622" cy="10651463"/>
          </a:xfrm>
          <a:custGeom>
            <a:avLst/>
            <a:gdLst/>
            <a:ahLst/>
            <a:cxnLst/>
            <a:rect l="l" t="t" r="r" b="b"/>
            <a:pathLst>
              <a:path w="16969622" h="10651463">
                <a:moveTo>
                  <a:pt x="16969622" y="0"/>
                </a:moveTo>
                <a:lnTo>
                  <a:pt x="0" y="0"/>
                </a:lnTo>
                <a:lnTo>
                  <a:pt x="0" y="10651463"/>
                </a:lnTo>
                <a:lnTo>
                  <a:pt x="16969622" y="10651463"/>
                </a:lnTo>
                <a:lnTo>
                  <a:pt x="1696962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4012862" flipH="1">
            <a:off x="12877284" y="235969"/>
            <a:ext cx="3778768" cy="3807323"/>
          </a:xfrm>
          <a:custGeom>
            <a:avLst/>
            <a:gdLst/>
            <a:ahLst/>
            <a:cxnLst/>
            <a:rect l="l" t="t" r="r" b="b"/>
            <a:pathLst>
              <a:path w="3778768" h="3807323">
                <a:moveTo>
                  <a:pt x="3778768" y="0"/>
                </a:moveTo>
                <a:lnTo>
                  <a:pt x="0" y="0"/>
                </a:lnTo>
                <a:lnTo>
                  <a:pt x="0" y="3807323"/>
                </a:lnTo>
                <a:lnTo>
                  <a:pt x="3778768" y="3807323"/>
                </a:lnTo>
                <a:lnTo>
                  <a:pt x="3778768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802704" y="8558415"/>
            <a:ext cx="1828678" cy="1399770"/>
          </a:xfrm>
          <a:custGeom>
            <a:avLst/>
            <a:gdLst/>
            <a:ahLst/>
            <a:cxnLst/>
            <a:rect l="l" t="t" r="r" b="b"/>
            <a:pathLst>
              <a:path w="1828678" h="1399770">
                <a:moveTo>
                  <a:pt x="0" y="0"/>
                </a:moveTo>
                <a:lnTo>
                  <a:pt x="1828677" y="0"/>
                </a:lnTo>
                <a:lnTo>
                  <a:pt x="1828677" y="1399770"/>
                </a:lnTo>
                <a:lnTo>
                  <a:pt x="0" y="139977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7121394"/>
            <a:ext cx="8115300" cy="1323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არასწორი ოპერაციული ადგილი </a:t>
            </a:r>
          </a:p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სტერილობის დარღვევა </a:t>
            </a:r>
          </a:p>
          <a:p>
            <a:pPr algn="l"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ოპერაციის დროს ინსტრუმენტის დატოვება</a:t>
            </a:r>
            <a:endParaRPr lang="en-US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631382" y="4613870"/>
            <a:ext cx="7344432" cy="22287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499"/>
              </a:lnSpc>
            </a:pPr>
            <a:r>
              <a:rPr lang="ka-GE" sz="2800" dirty="0"/>
              <a:t>ქირურგიული შეცდომების პრევენციისთვის ხშირად გამოიყენება </a:t>
            </a:r>
            <a:r>
              <a:rPr lang="ka-GE" sz="2800" dirty="0" err="1"/>
              <a:t>ჩექლისტები</a:t>
            </a:r>
            <a:r>
              <a:rPr lang="ka-GE" sz="2800" dirty="0"/>
              <a:t>. მაგალითად, ოპერაციამდე გუნდმა ხმამაღლა ამოწმებს პაციენტის სახელს, ოპერაციის ტიპს და ოპერაციულ მხარეს.</a:t>
            </a:r>
            <a:endParaRPr lang="en-US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1717972"/>
            <a:ext cx="10371130" cy="1105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ka-GE" sz="6600" dirty="0"/>
              <a:t>ქირურგიული შეცდომები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385461">
            <a:off x="-1257132" y="-4333581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82094">
            <a:off x="10869086" y="2109994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-1457466" y="3726757"/>
            <a:ext cx="15397760" cy="9664839"/>
          </a:xfrm>
          <a:custGeom>
            <a:avLst/>
            <a:gdLst/>
            <a:ahLst/>
            <a:cxnLst/>
            <a:rect l="l" t="t" r="r" b="b"/>
            <a:pathLst>
              <a:path w="15397760" h="9664839">
                <a:moveTo>
                  <a:pt x="15397760" y="0"/>
                </a:moveTo>
                <a:lnTo>
                  <a:pt x="0" y="0"/>
                </a:lnTo>
                <a:lnTo>
                  <a:pt x="0" y="9664839"/>
                </a:lnTo>
                <a:lnTo>
                  <a:pt x="15397760" y="9664839"/>
                </a:lnTo>
                <a:lnTo>
                  <a:pt x="1539776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8515390" y="-2556916"/>
            <a:ext cx="14451223" cy="9070719"/>
          </a:xfrm>
          <a:custGeom>
            <a:avLst/>
            <a:gdLst/>
            <a:ahLst/>
            <a:cxnLst/>
            <a:rect l="l" t="t" r="r" b="b"/>
            <a:pathLst>
              <a:path w="14451223" h="9070719">
                <a:moveTo>
                  <a:pt x="14451224" y="0"/>
                </a:moveTo>
                <a:lnTo>
                  <a:pt x="0" y="0"/>
                </a:lnTo>
                <a:lnTo>
                  <a:pt x="0" y="9070718"/>
                </a:lnTo>
                <a:lnTo>
                  <a:pt x="14451224" y="9070718"/>
                </a:lnTo>
                <a:lnTo>
                  <a:pt x="1445122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-596804" y="1028700"/>
            <a:ext cx="8423177" cy="4808868"/>
          </a:xfrm>
          <a:custGeom>
            <a:avLst/>
            <a:gdLst/>
            <a:ahLst/>
            <a:cxnLst/>
            <a:rect l="l" t="t" r="r" b="b"/>
            <a:pathLst>
              <a:path w="8423177" h="4808868">
                <a:moveTo>
                  <a:pt x="8423177" y="0"/>
                </a:moveTo>
                <a:lnTo>
                  <a:pt x="0" y="0"/>
                </a:lnTo>
                <a:lnTo>
                  <a:pt x="0" y="4808868"/>
                </a:lnTo>
                <a:lnTo>
                  <a:pt x="8423177" y="4808868"/>
                </a:lnTo>
                <a:lnTo>
                  <a:pt x="8423177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008282" flipH="1">
            <a:off x="14411126" y="6261987"/>
            <a:ext cx="2659752" cy="3491322"/>
          </a:xfrm>
          <a:custGeom>
            <a:avLst/>
            <a:gdLst/>
            <a:ahLst/>
            <a:cxnLst/>
            <a:rect l="l" t="t" r="r" b="b"/>
            <a:pathLst>
              <a:path w="2659752" h="3491322">
                <a:moveTo>
                  <a:pt x="2659752" y="0"/>
                </a:moveTo>
                <a:lnTo>
                  <a:pt x="0" y="0"/>
                </a:lnTo>
                <a:lnTo>
                  <a:pt x="0" y="3491321"/>
                </a:lnTo>
                <a:lnTo>
                  <a:pt x="2659752" y="3491321"/>
                </a:lnTo>
                <a:lnTo>
                  <a:pt x="2659752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814435" y="728662"/>
            <a:ext cx="783907" cy="3107055"/>
            <a:chOff x="0" y="0"/>
            <a:chExt cx="1045210" cy="4142740"/>
          </a:xfrm>
        </p:grpSpPr>
        <p:sp>
          <p:nvSpPr>
            <p:cNvPr id="9" name="Freeform 9"/>
            <p:cNvSpPr/>
            <p:nvPr/>
          </p:nvSpPr>
          <p:spPr>
            <a:xfrm>
              <a:off x="32201" y="50719"/>
              <a:ext cx="961831" cy="4041220"/>
            </a:xfrm>
            <a:custGeom>
              <a:avLst/>
              <a:gdLst/>
              <a:ahLst/>
              <a:cxnLst/>
              <a:rect l="l" t="t" r="r" b="b"/>
              <a:pathLst>
                <a:path w="961831" h="4041220">
                  <a:moveTo>
                    <a:pt x="187509" y="82631"/>
                  </a:moveTo>
                  <a:cubicBezTo>
                    <a:pt x="198939" y="1663781"/>
                    <a:pt x="211639" y="1769191"/>
                    <a:pt x="228149" y="1846661"/>
                  </a:cubicBezTo>
                  <a:cubicBezTo>
                    <a:pt x="237039" y="1889841"/>
                    <a:pt x="252279" y="1912701"/>
                    <a:pt x="258629" y="1944451"/>
                  </a:cubicBezTo>
                  <a:cubicBezTo>
                    <a:pt x="264979" y="1974931"/>
                    <a:pt x="257359" y="2005411"/>
                    <a:pt x="266249" y="2035891"/>
                  </a:cubicBezTo>
                  <a:cubicBezTo>
                    <a:pt x="275139" y="2072721"/>
                    <a:pt x="301809" y="2103201"/>
                    <a:pt x="319589" y="2147651"/>
                  </a:cubicBezTo>
                  <a:cubicBezTo>
                    <a:pt x="344989" y="2209881"/>
                    <a:pt x="375469" y="2301321"/>
                    <a:pt x="395789" y="2374981"/>
                  </a:cubicBezTo>
                  <a:cubicBezTo>
                    <a:pt x="413569" y="2443561"/>
                    <a:pt x="421189" y="2519761"/>
                    <a:pt x="436429" y="2575641"/>
                  </a:cubicBezTo>
                  <a:cubicBezTo>
                    <a:pt x="447859" y="2617551"/>
                    <a:pt x="456749" y="2648031"/>
                    <a:pt x="473259" y="2682321"/>
                  </a:cubicBezTo>
                  <a:cubicBezTo>
                    <a:pt x="489769" y="2719151"/>
                    <a:pt x="516439" y="2740741"/>
                    <a:pt x="538029" y="2787731"/>
                  </a:cubicBezTo>
                  <a:cubicBezTo>
                    <a:pt x="573589" y="2867741"/>
                    <a:pt x="607879" y="3034111"/>
                    <a:pt x="642169" y="3131901"/>
                  </a:cubicBezTo>
                  <a:cubicBezTo>
                    <a:pt x="668839" y="3204291"/>
                    <a:pt x="705669" y="3263981"/>
                    <a:pt x="718369" y="3321131"/>
                  </a:cubicBezTo>
                  <a:cubicBezTo>
                    <a:pt x="729799" y="3368121"/>
                    <a:pt x="720909" y="3410031"/>
                    <a:pt x="728529" y="3450671"/>
                  </a:cubicBezTo>
                  <a:cubicBezTo>
                    <a:pt x="734879" y="3486231"/>
                    <a:pt x="741229" y="3510361"/>
                    <a:pt x="759009" y="3549731"/>
                  </a:cubicBezTo>
                  <a:cubicBezTo>
                    <a:pt x="788219" y="3619581"/>
                    <a:pt x="873309" y="3741501"/>
                    <a:pt x="908869" y="3817701"/>
                  </a:cubicBezTo>
                  <a:cubicBezTo>
                    <a:pt x="932999" y="3869771"/>
                    <a:pt x="964749" y="3915491"/>
                    <a:pt x="960939" y="3953591"/>
                  </a:cubicBezTo>
                  <a:cubicBezTo>
                    <a:pt x="958399" y="3981531"/>
                    <a:pt x="938079" y="4013281"/>
                    <a:pt x="919029" y="4027251"/>
                  </a:cubicBezTo>
                  <a:cubicBezTo>
                    <a:pt x="903789" y="4038681"/>
                    <a:pt x="880929" y="4042491"/>
                    <a:pt x="863149" y="4039951"/>
                  </a:cubicBezTo>
                  <a:cubicBezTo>
                    <a:pt x="844099" y="4038681"/>
                    <a:pt x="822509" y="4031061"/>
                    <a:pt x="809809" y="4017091"/>
                  </a:cubicBezTo>
                  <a:cubicBezTo>
                    <a:pt x="793299" y="4000581"/>
                    <a:pt x="776789" y="3962481"/>
                    <a:pt x="780599" y="3937081"/>
                  </a:cubicBezTo>
                  <a:cubicBezTo>
                    <a:pt x="784409" y="3912951"/>
                    <a:pt x="811079" y="3881201"/>
                    <a:pt x="831399" y="3868501"/>
                  </a:cubicBezTo>
                  <a:cubicBezTo>
                    <a:pt x="847909" y="3858341"/>
                    <a:pt x="869499" y="3855801"/>
                    <a:pt x="888549" y="3860881"/>
                  </a:cubicBezTo>
                  <a:cubicBezTo>
                    <a:pt x="911409" y="3867231"/>
                    <a:pt x="943159" y="3893901"/>
                    <a:pt x="954589" y="3915491"/>
                  </a:cubicBezTo>
                  <a:cubicBezTo>
                    <a:pt x="963479" y="3932001"/>
                    <a:pt x="963479" y="3954861"/>
                    <a:pt x="958399" y="3972641"/>
                  </a:cubicBezTo>
                  <a:cubicBezTo>
                    <a:pt x="953319" y="3990421"/>
                    <a:pt x="941889" y="4009471"/>
                    <a:pt x="926649" y="4020901"/>
                  </a:cubicBezTo>
                  <a:cubicBezTo>
                    <a:pt x="912679" y="4032331"/>
                    <a:pt x="891089" y="4039951"/>
                    <a:pt x="872039" y="4041221"/>
                  </a:cubicBezTo>
                  <a:cubicBezTo>
                    <a:pt x="854259" y="4041221"/>
                    <a:pt x="837749" y="4039951"/>
                    <a:pt x="817429" y="4023441"/>
                  </a:cubicBezTo>
                  <a:cubicBezTo>
                    <a:pt x="764089" y="3978991"/>
                    <a:pt x="667569" y="3761821"/>
                    <a:pt x="621849" y="3657681"/>
                  </a:cubicBezTo>
                  <a:cubicBezTo>
                    <a:pt x="588829" y="3582751"/>
                    <a:pt x="562159" y="3517981"/>
                    <a:pt x="550729" y="3459561"/>
                  </a:cubicBezTo>
                  <a:cubicBezTo>
                    <a:pt x="541839" y="3417651"/>
                    <a:pt x="551999" y="3387171"/>
                    <a:pt x="543109" y="3345261"/>
                  </a:cubicBezTo>
                  <a:cubicBezTo>
                    <a:pt x="530409" y="3290651"/>
                    <a:pt x="493579" y="3229691"/>
                    <a:pt x="469449" y="3161111"/>
                  </a:cubicBezTo>
                  <a:cubicBezTo>
                    <a:pt x="440239" y="3076021"/>
                    <a:pt x="417379" y="2946481"/>
                    <a:pt x="384359" y="2872821"/>
                  </a:cubicBezTo>
                  <a:cubicBezTo>
                    <a:pt x="361499" y="2822021"/>
                    <a:pt x="332289" y="2797891"/>
                    <a:pt x="310699" y="2752171"/>
                  </a:cubicBezTo>
                  <a:cubicBezTo>
                    <a:pt x="285299" y="2698831"/>
                    <a:pt x="257359" y="2625171"/>
                    <a:pt x="245929" y="2569291"/>
                  </a:cubicBezTo>
                  <a:cubicBezTo>
                    <a:pt x="235769" y="2523571"/>
                    <a:pt x="245929" y="2495631"/>
                    <a:pt x="233229" y="2442291"/>
                  </a:cubicBezTo>
                  <a:cubicBezTo>
                    <a:pt x="212909" y="2347041"/>
                    <a:pt x="129089" y="2194641"/>
                    <a:pt x="94799" y="2052401"/>
                  </a:cubicBezTo>
                  <a:cubicBezTo>
                    <a:pt x="54159" y="1889841"/>
                    <a:pt x="33839" y="1737441"/>
                    <a:pt x="18599" y="1515191"/>
                  </a:cubicBezTo>
                  <a:cubicBezTo>
                    <a:pt x="-6801" y="1153241"/>
                    <a:pt x="-6801" y="238841"/>
                    <a:pt x="22409" y="82631"/>
                  </a:cubicBezTo>
                  <a:cubicBezTo>
                    <a:pt x="27489" y="50881"/>
                    <a:pt x="31299" y="41991"/>
                    <a:pt x="42729" y="28021"/>
                  </a:cubicBezTo>
                  <a:cubicBezTo>
                    <a:pt x="55429" y="14051"/>
                    <a:pt x="75749" y="1351"/>
                    <a:pt x="94799" y="81"/>
                  </a:cubicBezTo>
                  <a:cubicBezTo>
                    <a:pt x="116389" y="-1189"/>
                    <a:pt x="150679" y="12781"/>
                    <a:pt x="167189" y="28021"/>
                  </a:cubicBezTo>
                  <a:cubicBezTo>
                    <a:pt x="179889" y="41991"/>
                    <a:pt x="187509" y="82631"/>
                    <a:pt x="187509" y="8263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9621202" y="4003358"/>
            <a:ext cx="197167" cy="199072"/>
            <a:chOff x="0" y="0"/>
            <a:chExt cx="262890" cy="265430"/>
          </a:xfrm>
        </p:grpSpPr>
        <p:sp>
          <p:nvSpPr>
            <p:cNvPr id="11" name="Freeform 11"/>
            <p:cNvSpPr/>
            <p:nvPr/>
          </p:nvSpPr>
          <p:spPr>
            <a:xfrm>
              <a:off x="50800" y="50752"/>
              <a:ext cx="161290" cy="164687"/>
            </a:xfrm>
            <a:custGeom>
              <a:avLst/>
              <a:gdLst/>
              <a:ahLst/>
              <a:cxnLst/>
              <a:rect l="l" t="t" r="r" b="b"/>
              <a:pathLst>
                <a:path w="161290" h="164687">
                  <a:moveTo>
                    <a:pt x="161290" y="57198"/>
                  </a:moveTo>
                  <a:cubicBezTo>
                    <a:pt x="139700" y="144828"/>
                    <a:pt x="128270" y="151178"/>
                    <a:pt x="116840" y="157528"/>
                  </a:cubicBezTo>
                  <a:cubicBezTo>
                    <a:pt x="105410" y="162608"/>
                    <a:pt x="91440" y="166418"/>
                    <a:pt x="77470" y="163878"/>
                  </a:cubicBezTo>
                  <a:cubicBezTo>
                    <a:pt x="58420" y="160068"/>
                    <a:pt x="24130" y="139748"/>
                    <a:pt x="11430" y="124508"/>
                  </a:cubicBezTo>
                  <a:cubicBezTo>
                    <a:pt x="2540" y="113078"/>
                    <a:pt x="0" y="101648"/>
                    <a:pt x="0" y="86408"/>
                  </a:cubicBezTo>
                  <a:cubicBezTo>
                    <a:pt x="1270" y="67358"/>
                    <a:pt x="17780" y="30528"/>
                    <a:pt x="31750" y="16558"/>
                  </a:cubicBezTo>
                  <a:cubicBezTo>
                    <a:pt x="41910" y="6398"/>
                    <a:pt x="53340" y="1318"/>
                    <a:pt x="67310" y="48"/>
                  </a:cubicBezTo>
                  <a:cubicBezTo>
                    <a:pt x="87630" y="-1222"/>
                    <a:pt x="140970" y="22908"/>
                    <a:pt x="140970" y="2290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2681585" y="6743700"/>
            <a:ext cx="1140142" cy="2517458"/>
            <a:chOff x="0" y="0"/>
            <a:chExt cx="1520190" cy="3356610"/>
          </a:xfrm>
        </p:grpSpPr>
        <p:sp>
          <p:nvSpPr>
            <p:cNvPr id="13" name="Freeform 13"/>
            <p:cNvSpPr/>
            <p:nvPr/>
          </p:nvSpPr>
          <p:spPr>
            <a:xfrm>
              <a:off x="50611" y="50410"/>
              <a:ext cx="1432036" cy="3258110"/>
            </a:xfrm>
            <a:custGeom>
              <a:avLst/>
              <a:gdLst/>
              <a:ahLst/>
              <a:cxnLst/>
              <a:rect l="l" t="t" r="r" b="b"/>
              <a:pathLst>
                <a:path w="1432036" h="3258110">
                  <a:moveTo>
                    <a:pt x="147509" y="32140"/>
                  </a:moveTo>
                  <a:cubicBezTo>
                    <a:pt x="501839" y="437270"/>
                    <a:pt x="552639" y="465210"/>
                    <a:pt x="614869" y="527440"/>
                  </a:cubicBezTo>
                  <a:cubicBezTo>
                    <a:pt x="692339" y="606180"/>
                    <a:pt x="820609" y="744610"/>
                    <a:pt x="859979" y="815730"/>
                  </a:cubicBezTo>
                  <a:cubicBezTo>
                    <a:pt x="879029" y="850020"/>
                    <a:pt x="870139" y="866530"/>
                    <a:pt x="887919" y="899550"/>
                  </a:cubicBezTo>
                  <a:cubicBezTo>
                    <a:pt x="918399" y="956700"/>
                    <a:pt x="1016189" y="1051950"/>
                    <a:pt x="1056829" y="1111640"/>
                  </a:cubicBezTo>
                  <a:cubicBezTo>
                    <a:pt x="1083499" y="1153550"/>
                    <a:pt x="1100009" y="1182760"/>
                    <a:pt x="1115249" y="1220860"/>
                  </a:cubicBezTo>
                  <a:cubicBezTo>
                    <a:pt x="1131759" y="1257690"/>
                    <a:pt x="1134299" y="1300870"/>
                    <a:pt x="1150809" y="1335160"/>
                  </a:cubicBezTo>
                  <a:cubicBezTo>
                    <a:pt x="1168589" y="1370720"/>
                    <a:pt x="1195259" y="1392310"/>
                    <a:pt x="1216849" y="1430410"/>
                  </a:cubicBezTo>
                  <a:cubicBezTo>
                    <a:pt x="1246059" y="1483750"/>
                    <a:pt x="1279079" y="1540900"/>
                    <a:pt x="1305749" y="1625990"/>
                  </a:cubicBezTo>
                  <a:cubicBezTo>
                    <a:pt x="1348929" y="1764420"/>
                    <a:pt x="1390839" y="1982860"/>
                    <a:pt x="1411159" y="2200030"/>
                  </a:cubicBezTo>
                  <a:cubicBezTo>
                    <a:pt x="1437829" y="2479430"/>
                    <a:pt x="1437829" y="3044580"/>
                    <a:pt x="1417509" y="3167770"/>
                  </a:cubicBezTo>
                  <a:cubicBezTo>
                    <a:pt x="1412429" y="3198250"/>
                    <a:pt x="1409889" y="3208410"/>
                    <a:pt x="1399729" y="3222380"/>
                  </a:cubicBezTo>
                  <a:cubicBezTo>
                    <a:pt x="1388299" y="3236350"/>
                    <a:pt x="1370519" y="3250320"/>
                    <a:pt x="1351469" y="3254130"/>
                  </a:cubicBezTo>
                  <a:cubicBezTo>
                    <a:pt x="1328609" y="3259210"/>
                    <a:pt x="1287969" y="3252860"/>
                    <a:pt x="1268919" y="3236350"/>
                  </a:cubicBezTo>
                  <a:cubicBezTo>
                    <a:pt x="1251139" y="3219840"/>
                    <a:pt x="1237169" y="3181740"/>
                    <a:pt x="1238439" y="3157610"/>
                  </a:cubicBezTo>
                  <a:cubicBezTo>
                    <a:pt x="1238439" y="3138560"/>
                    <a:pt x="1249869" y="3119510"/>
                    <a:pt x="1262569" y="3105540"/>
                  </a:cubicBezTo>
                  <a:cubicBezTo>
                    <a:pt x="1275269" y="3092840"/>
                    <a:pt x="1294319" y="3080140"/>
                    <a:pt x="1313369" y="3078870"/>
                  </a:cubicBezTo>
                  <a:cubicBezTo>
                    <a:pt x="1336229" y="3077600"/>
                    <a:pt x="1375599" y="3087760"/>
                    <a:pt x="1393379" y="3105540"/>
                  </a:cubicBezTo>
                  <a:cubicBezTo>
                    <a:pt x="1409889" y="3123320"/>
                    <a:pt x="1421319" y="3162690"/>
                    <a:pt x="1416239" y="3186820"/>
                  </a:cubicBezTo>
                  <a:cubicBezTo>
                    <a:pt x="1409889" y="3210950"/>
                    <a:pt x="1381949" y="3241430"/>
                    <a:pt x="1361629" y="3251590"/>
                  </a:cubicBezTo>
                  <a:cubicBezTo>
                    <a:pt x="1343849" y="3260480"/>
                    <a:pt x="1320989" y="3259210"/>
                    <a:pt x="1303209" y="3254130"/>
                  </a:cubicBezTo>
                  <a:cubicBezTo>
                    <a:pt x="1286699" y="3249050"/>
                    <a:pt x="1267649" y="3236350"/>
                    <a:pt x="1256219" y="3222380"/>
                  </a:cubicBezTo>
                  <a:cubicBezTo>
                    <a:pt x="1244789" y="3208410"/>
                    <a:pt x="1242249" y="3198250"/>
                    <a:pt x="1237169" y="3167770"/>
                  </a:cubicBezTo>
                  <a:cubicBezTo>
                    <a:pt x="1218119" y="3045850"/>
                    <a:pt x="1261299" y="2480700"/>
                    <a:pt x="1238439" y="2212730"/>
                  </a:cubicBezTo>
                  <a:cubicBezTo>
                    <a:pt x="1220659" y="2014610"/>
                    <a:pt x="1190179" y="1835540"/>
                    <a:pt x="1146999" y="1700920"/>
                  </a:cubicBezTo>
                  <a:cubicBezTo>
                    <a:pt x="1116519" y="1608210"/>
                    <a:pt x="1069529" y="1528200"/>
                    <a:pt x="1037779" y="1474860"/>
                  </a:cubicBezTo>
                  <a:cubicBezTo>
                    <a:pt x="1018729" y="1441840"/>
                    <a:pt x="999679" y="1427870"/>
                    <a:pt x="986979" y="1399930"/>
                  </a:cubicBezTo>
                  <a:cubicBezTo>
                    <a:pt x="973009" y="1370720"/>
                    <a:pt x="971739" y="1332620"/>
                    <a:pt x="957769" y="1302140"/>
                  </a:cubicBezTo>
                  <a:cubicBezTo>
                    <a:pt x="945069" y="1270390"/>
                    <a:pt x="932369" y="1247530"/>
                    <a:pt x="909509" y="1210700"/>
                  </a:cubicBezTo>
                  <a:cubicBezTo>
                    <a:pt x="870139" y="1145930"/>
                    <a:pt x="768539" y="1018930"/>
                    <a:pt x="731709" y="954160"/>
                  </a:cubicBezTo>
                  <a:cubicBezTo>
                    <a:pt x="710119" y="918600"/>
                    <a:pt x="711389" y="900820"/>
                    <a:pt x="689799" y="866530"/>
                  </a:cubicBezTo>
                  <a:cubicBezTo>
                    <a:pt x="651699" y="808110"/>
                    <a:pt x="571689" y="719210"/>
                    <a:pt x="501839" y="644280"/>
                  </a:cubicBezTo>
                  <a:cubicBezTo>
                    <a:pt x="424369" y="561730"/>
                    <a:pt x="322769" y="482990"/>
                    <a:pt x="241489" y="395360"/>
                  </a:cubicBezTo>
                  <a:cubicBezTo>
                    <a:pt x="161479" y="311540"/>
                    <a:pt x="47179" y="188350"/>
                    <a:pt x="16699" y="129930"/>
                  </a:cubicBezTo>
                  <a:cubicBezTo>
                    <a:pt x="3999" y="107070"/>
                    <a:pt x="-1081" y="91830"/>
                    <a:pt x="189" y="74050"/>
                  </a:cubicBezTo>
                  <a:cubicBezTo>
                    <a:pt x="1459" y="56270"/>
                    <a:pt x="11619" y="34680"/>
                    <a:pt x="25589" y="21980"/>
                  </a:cubicBezTo>
                  <a:cubicBezTo>
                    <a:pt x="42099" y="8010"/>
                    <a:pt x="77659" y="-2150"/>
                    <a:pt x="99249" y="390"/>
                  </a:cubicBezTo>
                  <a:cubicBezTo>
                    <a:pt x="117029" y="2930"/>
                    <a:pt x="147509" y="32140"/>
                    <a:pt x="147509" y="3214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13620750" y="9384982"/>
            <a:ext cx="192405" cy="192405"/>
            <a:chOff x="0" y="0"/>
            <a:chExt cx="256540" cy="256540"/>
          </a:xfrm>
        </p:grpSpPr>
        <p:sp>
          <p:nvSpPr>
            <p:cNvPr id="15" name="Freeform 15"/>
            <p:cNvSpPr/>
            <p:nvPr/>
          </p:nvSpPr>
          <p:spPr>
            <a:xfrm>
              <a:off x="47273" y="49802"/>
              <a:ext cx="157197" cy="158267"/>
            </a:xfrm>
            <a:custGeom>
              <a:avLst/>
              <a:gdLst/>
              <a:ahLst/>
              <a:cxnLst/>
              <a:rect l="l" t="t" r="r" b="b"/>
              <a:pathLst>
                <a:path w="157197" h="158267">
                  <a:moveTo>
                    <a:pt x="157197" y="55608"/>
                  </a:moveTo>
                  <a:cubicBezTo>
                    <a:pt x="136877" y="143238"/>
                    <a:pt x="126717" y="150858"/>
                    <a:pt x="112747" y="154668"/>
                  </a:cubicBezTo>
                  <a:cubicBezTo>
                    <a:pt x="93697" y="161018"/>
                    <a:pt x="54327" y="158478"/>
                    <a:pt x="36547" y="150858"/>
                  </a:cubicBezTo>
                  <a:cubicBezTo>
                    <a:pt x="22577" y="144508"/>
                    <a:pt x="13687" y="135618"/>
                    <a:pt x="8607" y="122918"/>
                  </a:cubicBezTo>
                  <a:cubicBezTo>
                    <a:pt x="-283" y="103868"/>
                    <a:pt x="-2823" y="64498"/>
                    <a:pt x="3527" y="45448"/>
                  </a:cubicBezTo>
                  <a:cubicBezTo>
                    <a:pt x="7337" y="32748"/>
                    <a:pt x="16227" y="22588"/>
                    <a:pt x="27657" y="14968"/>
                  </a:cubicBezTo>
                  <a:cubicBezTo>
                    <a:pt x="45437" y="4808"/>
                    <a:pt x="83537" y="-2812"/>
                    <a:pt x="103857" y="998"/>
                  </a:cubicBezTo>
                  <a:cubicBezTo>
                    <a:pt x="117827" y="3538"/>
                    <a:pt x="136877" y="21318"/>
                    <a:pt x="136877" y="21318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-276640" y="6119532"/>
            <a:ext cx="12316240" cy="3575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ინფორმაციის არასრული გადაცემა </a:t>
            </a:r>
          </a:p>
          <a:p>
            <a:pPr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ექიმებს შორის გაუგებრობა </a:t>
            </a:r>
          </a:p>
          <a:p>
            <a:pPr>
              <a:lnSpc>
                <a:spcPts val="3499"/>
              </a:lnSpc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პაციენტის მიერ ინსტრუქციის ვერ გაგება</a:t>
            </a:r>
          </a:p>
          <a:p>
            <a:pPr>
              <a:lnSpc>
                <a:spcPts val="3499"/>
              </a:lnSpc>
            </a:pPr>
            <a:endParaRPr lang="ka-GE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  <a:p>
            <a:pPr>
              <a:lnSpc>
                <a:spcPts val="3499"/>
              </a:lnSpc>
            </a:pPr>
            <a:endParaRPr lang="ka-GE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  <a:p>
            <a:pPr>
              <a:lnSpc>
                <a:spcPts val="3499"/>
              </a:lnSpc>
            </a:pPr>
            <a:r>
              <a:rPr lang="ka-GE" sz="2800" dirty="0"/>
              <a:t>თუ ექიმმა პაციენტს უთხრა, რომ წამალი დღეში ორჯერ მიიღოს, მაგრამ არ დააკონკრეტა რამდენი ხანი, პაციენტმა შეიძლება თვითნებურად შეცვალოს მკურნალობა.</a:t>
            </a:r>
            <a:endParaRPr lang="en-US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8195228" y="895350"/>
            <a:ext cx="9064072" cy="2272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100"/>
              </a:lnSpc>
            </a:pPr>
            <a:r>
              <a:rPr lang="ka-GE" sz="6600" dirty="0"/>
              <a:t>კომუნიკაციის შეცდომები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00788" y="3374344"/>
            <a:ext cx="6686423" cy="6912656"/>
          </a:xfrm>
          <a:custGeom>
            <a:avLst/>
            <a:gdLst/>
            <a:ahLst/>
            <a:cxnLst/>
            <a:rect l="l" t="t" r="r" b="b"/>
            <a:pathLst>
              <a:path w="6686423" h="6912656">
                <a:moveTo>
                  <a:pt x="0" y="0"/>
                </a:moveTo>
                <a:lnTo>
                  <a:pt x="6686424" y="0"/>
                </a:lnTo>
                <a:lnTo>
                  <a:pt x="6686424" y="6912656"/>
                </a:lnTo>
                <a:lnTo>
                  <a:pt x="0" y="6912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62138" y="4445318"/>
            <a:ext cx="262890" cy="292418"/>
            <a:chOff x="0" y="0"/>
            <a:chExt cx="350520" cy="389890"/>
          </a:xfrm>
        </p:grpSpPr>
        <p:sp>
          <p:nvSpPr>
            <p:cNvPr id="4" name="Freeform 4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796415" y="4678680"/>
            <a:ext cx="237172" cy="154305"/>
            <a:chOff x="0" y="0"/>
            <a:chExt cx="316230" cy="205740"/>
          </a:xfrm>
        </p:grpSpPr>
        <p:sp>
          <p:nvSpPr>
            <p:cNvPr id="6" name="Freeform 6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2071688" y="4470082"/>
            <a:ext cx="185738" cy="234315"/>
            <a:chOff x="0" y="0"/>
            <a:chExt cx="247650" cy="312420"/>
          </a:xfrm>
        </p:grpSpPr>
        <p:sp>
          <p:nvSpPr>
            <p:cNvPr id="8" name="Freeform 8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4490085" y="4459605"/>
            <a:ext cx="311468" cy="234315"/>
            <a:chOff x="0" y="0"/>
            <a:chExt cx="415290" cy="312420"/>
          </a:xfrm>
        </p:grpSpPr>
        <p:sp>
          <p:nvSpPr>
            <p:cNvPr id="10" name="Freeform 10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4404360" y="4325303"/>
            <a:ext cx="192405" cy="278130"/>
            <a:chOff x="0" y="0"/>
            <a:chExt cx="256540" cy="370840"/>
          </a:xfrm>
        </p:grpSpPr>
        <p:sp>
          <p:nvSpPr>
            <p:cNvPr id="12" name="Freeform 12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523422" y="4657725"/>
            <a:ext cx="302895" cy="175260"/>
            <a:chOff x="0" y="0"/>
            <a:chExt cx="403860" cy="233680"/>
          </a:xfrm>
        </p:grpSpPr>
        <p:sp>
          <p:nvSpPr>
            <p:cNvPr id="14" name="Freeform 14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2293854" y="3076101"/>
            <a:ext cx="262890" cy="292418"/>
            <a:chOff x="0" y="0"/>
            <a:chExt cx="350520" cy="389890"/>
          </a:xfrm>
        </p:grpSpPr>
        <p:sp>
          <p:nvSpPr>
            <p:cNvPr id="16" name="Freeform 16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2228132" y="3309463"/>
            <a:ext cx="237172" cy="154305"/>
            <a:chOff x="0" y="0"/>
            <a:chExt cx="316230" cy="205740"/>
          </a:xfrm>
        </p:grpSpPr>
        <p:sp>
          <p:nvSpPr>
            <p:cNvPr id="18" name="Freeform 18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2503404" y="3100866"/>
            <a:ext cx="185738" cy="234315"/>
            <a:chOff x="0" y="0"/>
            <a:chExt cx="247650" cy="312420"/>
          </a:xfrm>
        </p:grpSpPr>
        <p:sp>
          <p:nvSpPr>
            <p:cNvPr id="20" name="Freeform 20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5096263" y="3187543"/>
            <a:ext cx="311468" cy="234315"/>
            <a:chOff x="0" y="0"/>
            <a:chExt cx="415290" cy="312420"/>
          </a:xfrm>
        </p:grpSpPr>
        <p:sp>
          <p:nvSpPr>
            <p:cNvPr id="22" name="Freeform 22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15010538" y="3053241"/>
            <a:ext cx="192405" cy="278130"/>
            <a:chOff x="0" y="0"/>
            <a:chExt cx="256540" cy="370840"/>
          </a:xfrm>
        </p:grpSpPr>
        <p:sp>
          <p:nvSpPr>
            <p:cNvPr id="24" name="Freeform 24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15129600" y="3385663"/>
            <a:ext cx="302895" cy="175260"/>
            <a:chOff x="0" y="0"/>
            <a:chExt cx="403860" cy="233680"/>
          </a:xfrm>
        </p:grpSpPr>
        <p:sp>
          <p:nvSpPr>
            <p:cNvPr id="26" name="Freeform 26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13562348" y="5987367"/>
            <a:ext cx="262890" cy="292418"/>
            <a:chOff x="0" y="0"/>
            <a:chExt cx="350520" cy="389890"/>
          </a:xfrm>
        </p:grpSpPr>
        <p:sp>
          <p:nvSpPr>
            <p:cNvPr id="28" name="Freeform 28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3496625" y="6220729"/>
            <a:ext cx="237172" cy="154305"/>
            <a:chOff x="0" y="0"/>
            <a:chExt cx="316230" cy="205740"/>
          </a:xfrm>
        </p:grpSpPr>
        <p:sp>
          <p:nvSpPr>
            <p:cNvPr id="30" name="Freeform 30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13771898" y="6012132"/>
            <a:ext cx="185738" cy="234315"/>
            <a:chOff x="0" y="0"/>
            <a:chExt cx="247650" cy="312420"/>
          </a:xfrm>
        </p:grpSpPr>
        <p:sp>
          <p:nvSpPr>
            <p:cNvPr id="32" name="Freeform 32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16319099" y="6070765"/>
            <a:ext cx="311468" cy="234315"/>
            <a:chOff x="0" y="0"/>
            <a:chExt cx="415290" cy="312420"/>
          </a:xfrm>
        </p:grpSpPr>
        <p:sp>
          <p:nvSpPr>
            <p:cNvPr id="34" name="Freeform 34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6233374" y="5936462"/>
            <a:ext cx="192405" cy="278130"/>
            <a:chOff x="0" y="0"/>
            <a:chExt cx="256540" cy="370840"/>
          </a:xfrm>
        </p:grpSpPr>
        <p:sp>
          <p:nvSpPr>
            <p:cNvPr id="36" name="Freeform 36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16352436" y="6268885"/>
            <a:ext cx="302895" cy="175260"/>
            <a:chOff x="0" y="0"/>
            <a:chExt cx="403860" cy="233680"/>
          </a:xfrm>
        </p:grpSpPr>
        <p:sp>
          <p:nvSpPr>
            <p:cNvPr id="38" name="Freeform 38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39" name="Freeform 39"/>
          <p:cNvSpPr/>
          <p:nvPr/>
        </p:nvSpPr>
        <p:spPr>
          <a:xfrm>
            <a:off x="-188047" y="-254540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0" y="0"/>
                </a:moveTo>
                <a:lnTo>
                  <a:pt x="3531385" y="0"/>
                </a:lnTo>
                <a:lnTo>
                  <a:pt x="3531385" y="3815463"/>
                </a:lnTo>
                <a:lnTo>
                  <a:pt x="0" y="38154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11181513" y="3317194"/>
            <a:ext cx="5262840" cy="10106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dirty="0"/>
              <a:t>დიდი სამუშაო დატვირთვა</a:t>
            </a:r>
            <a:endParaRPr lang="en-US" sz="4000" dirty="0">
              <a:sym typeface="TAN Headline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1355962" y="5857796"/>
            <a:ext cx="4076534" cy="10106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dirty="0"/>
              <a:t>დროის ნაკლებობა</a:t>
            </a:r>
            <a:endParaRPr lang="en-US" sz="4000" dirty="0">
              <a:sym typeface="TAN Headline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838201" y="4447691"/>
            <a:ext cx="5943600" cy="1014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dirty="0"/>
              <a:t>გადაღლილი მედპერსონალი</a:t>
            </a:r>
            <a:endParaRPr lang="en-US" sz="36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2855505" y="396359"/>
            <a:ext cx="12576991" cy="2273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ka-GE" sz="6600" dirty="0"/>
              <a:t>სამედიცინო შეცდომების ძირითადი მიზეზები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57BE42-4C20-4D54-ABEE-A2306A807FF9}"/>
              </a:ext>
            </a:extLst>
          </p:cNvPr>
          <p:cNvSpPr txBox="1"/>
          <p:nvPr/>
        </p:nvSpPr>
        <p:spPr>
          <a:xfrm>
            <a:off x="754678" y="7124700"/>
            <a:ext cx="4800600" cy="1102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dirty="0"/>
              <a:t>არასაკმარისი კოორდინაცია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91004">
            <a:off x="10703618" y="144129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472354" flipH="1">
            <a:off x="-1655856" y="-720788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9743833" y="0"/>
                </a:moveTo>
                <a:lnTo>
                  <a:pt x="0" y="0"/>
                </a:lnTo>
                <a:lnTo>
                  <a:pt x="0" y="10202965"/>
                </a:lnTo>
                <a:lnTo>
                  <a:pt x="9743833" y="10202965"/>
                </a:lnTo>
                <a:lnTo>
                  <a:pt x="974383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441338" flipH="1">
            <a:off x="2946394" y="1597514"/>
            <a:ext cx="12395216" cy="7780208"/>
          </a:xfrm>
          <a:custGeom>
            <a:avLst/>
            <a:gdLst/>
            <a:ahLst/>
            <a:cxnLst/>
            <a:rect l="l" t="t" r="r" b="b"/>
            <a:pathLst>
              <a:path w="12395216" h="7780208">
                <a:moveTo>
                  <a:pt x="12395216" y="0"/>
                </a:moveTo>
                <a:lnTo>
                  <a:pt x="0" y="0"/>
                </a:lnTo>
                <a:lnTo>
                  <a:pt x="0" y="7780208"/>
                </a:lnTo>
                <a:lnTo>
                  <a:pt x="12395216" y="7780208"/>
                </a:lnTo>
                <a:lnTo>
                  <a:pt x="1239521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3732019" y="4207014"/>
            <a:ext cx="4113256" cy="6538413"/>
          </a:xfrm>
          <a:custGeom>
            <a:avLst/>
            <a:gdLst/>
            <a:ahLst/>
            <a:cxnLst/>
            <a:rect l="l" t="t" r="r" b="b"/>
            <a:pathLst>
              <a:path w="4113256" h="6538413">
                <a:moveTo>
                  <a:pt x="4113256" y="0"/>
                </a:moveTo>
                <a:lnTo>
                  <a:pt x="0" y="0"/>
                </a:lnTo>
                <a:lnTo>
                  <a:pt x="0" y="6538413"/>
                </a:lnTo>
                <a:lnTo>
                  <a:pt x="4113256" y="6538413"/>
                </a:lnTo>
                <a:lnTo>
                  <a:pt x="4113256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20399" y="2005164"/>
            <a:ext cx="3357908" cy="8281836"/>
          </a:xfrm>
          <a:custGeom>
            <a:avLst/>
            <a:gdLst/>
            <a:ahLst/>
            <a:cxnLst/>
            <a:rect l="l" t="t" r="r" b="b"/>
            <a:pathLst>
              <a:path w="3357908" h="8281836">
                <a:moveTo>
                  <a:pt x="0" y="0"/>
                </a:moveTo>
                <a:lnTo>
                  <a:pt x="3357908" y="0"/>
                </a:lnTo>
                <a:lnTo>
                  <a:pt x="3357908" y="8281836"/>
                </a:lnTo>
                <a:lnTo>
                  <a:pt x="0" y="82818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flipH="1">
            <a:off x="14908788" y="2448585"/>
            <a:ext cx="2936487" cy="1841978"/>
          </a:xfrm>
          <a:custGeom>
            <a:avLst/>
            <a:gdLst/>
            <a:ahLst/>
            <a:cxnLst/>
            <a:rect l="l" t="t" r="r" b="b"/>
            <a:pathLst>
              <a:path w="2936487" h="1841978">
                <a:moveTo>
                  <a:pt x="2936487" y="0"/>
                </a:moveTo>
                <a:lnTo>
                  <a:pt x="0" y="0"/>
                </a:lnTo>
                <a:lnTo>
                  <a:pt x="0" y="1841979"/>
                </a:lnTo>
                <a:lnTo>
                  <a:pt x="2936487" y="1841979"/>
                </a:lnTo>
                <a:lnTo>
                  <a:pt x="2936487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033464" y="4207014"/>
            <a:ext cx="10221072" cy="31193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კარგი მოვლის საფუძველი – პაციენტის უსაფრთხოება არის ხარისხიანი მკურნალობის მთავარი ნაწილი. </a:t>
            </a:r>
          </a:p>
          <a:p>
            <a:pPr marL="342900" indent="-342900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შეცდომების შემცირება მთავარი მიზანი – მთავარი არა შეცდომის მოძებნა, არამედ მათი თავიდან აცილებაა.</a:t>
            </a:r>
          </a:p>
          <a:p>
            <a:pPr marL="342900" indent="-342900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2499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უსაფრთხო გარემო – საავადმყოფოში ან კლინიკაში შექმნილი გარემო უნდა იყოს ისე, რომ შეცდომა თითქმის შეუძლებელი იყოს.</a:t>
            </a:r>
            <a:endParaRPr lang="en-US" sz="2499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216060" y="795606"/>
            <a:ext cx="11345623" cy="5985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ka-GE" sz="6600" dirty="0"/>
              <a:t>პაციენტის უსაფრთხოება</a:t>
            </a:r>
            <a:endParaRPr lang="en-US" sz="6600" dirty="0">
              <a:sym typeface="TAN Headlin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91004">
            <a:off x="11007598" y="-3871282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2366106" flipH="1">
            <a:off x="9156633" y="2870116"/>
            <a:ext cx="13445762" cy="8439612"/>
          </a:xfrm>
          <a:custGeom>
            <a:avLst/>
            <a:gdLst/>
            <a:ahLst/>
            <a:cxnLst/>
            <a:rect l="l" t="t" r="r" b="b"/>
            <a:pathLst>
              <a:path w="13445762" h="8439612">
                <a:moveTo>
                  <a:pt x="13445762" y="0"/>
                </a:moveTo>
                <a:lnTo>
                  <a:pt x="0" y="0"/>
                </a:lnTo>
                <a:lnTo>
                  <a:pt x="0" y="8439613"/>
                </a:lnTo>
                <a:lnTo>
                  <a:pt x="13445762" y="8439613"/>
                </a:lnTo>
                <a:lnTo>
                  <a:pt x="1344576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651917" y="2931019"/>
            <a:ext cx="6887873" cy="7355981"/>
          </a:xfrm>
          <a:custGeom>
            <a:avLst/>
            <a:gdLst/>
            <a:ahLst/>
            <a:cxnLst/>
            <a:rect l="l" t="t" r="r" b="b"/>
            <a:pathLst>
              <a:path w="6887873" h="7355981">
                <a:moveTo>
                  <a:pt x="0" y="0"/>
                </a:moveTo>
                <a:lnTo>
                  <a:pt x="6887873" y="0"/>
                </a:lnTo>
                <a:lnTo>
                  <a:pt x="6887873" y="7355981"/>
                </a:lnTo>
                <a:lnTo>
                  <a:pt x="0" y="73559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77458" y="6675609"/>
            <a:ext cx="8033402" cy="801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2400" dirty="0"/>
              <a:t>ერთობლივი მუშაობა ეხმარება დარღვევების აღმოფხვრაში.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351759" y="6114774"/>
            <a:ext cx="7284801" cy="481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ka-GE" sz="2800" dirty="0"/>
              <a:t>გუნდის ერთობლივი მუშაობა</a:t>
            </a:r>
            <a:endParaRPr lang="en-US" sz="2799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99195" y="4895063"/>
            <a:ext cx="8115300" cy="801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2400" dirty="0"/>
              <a:t>გადამოწმების სია აჩვენებს ნაბიჯებს, რომლებიც უნდა შესრულდეს შეცდომების შესამცირებლად.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373496" y="4334228"/>
            <a:ext cx="7359067" cy="481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ka-GE" sz="2800" dirty="0"/>
              <a:t>შემოწმების </a:t>
            </a:r>
            <a:r>
              <a:rPr lang="ka-GE" sz="2800" dirty="0" err="1"/>
              <a:t>ჩექლისტები</a:t>
            </a:r>
            <a:endParaRPr lang="en-US" sz="2799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3434703"/>
            <a:ext cx="8033402" cy="8010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2400" dirty="0"/>
              <a:t>ექიმებმა უნდა იცოდნენ ზუსტად რა უნდა გააკეთონ და როგორ.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03001" y="2873869"/>
            <a:ext cx="7284801" cy="481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ka-GE" sz="2800" dirty="0"/>
              <a:t>მკაფიო წესები და ინსტრუქციები</a:t>
            </a:r>
            <a:endParaRPr lang="en-US" sz="2799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134311" y="399559"/>
            <a:ext cx="14019378" cy="949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0"/>
              </a:lnSpc>
            </a:pPr>
            <a:r>
              <a:rPr lang="ka-GE" sz="6000" dirty="0"/>
              <a:t>შეცდომების პრევენცია</a:t>
            </a:r>
            <a:endParaRPr lang="en-US" sz="5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CA22E55A-8448-4B99-B2A3-C52D43C89117}"/>
              </a:ext>
            </a:extLst>
          </p:cNvPr>
          <p:cNvSpPr txBox="1"/>
          <p:nvPr/>
        </p:nvSpPr>
        <p:spPr>
          <a:xfrm>
            <a:off x="963810" y="8252950"/>
            <a:ext cx="8033402" cy="8010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20"/>
              </a:lnSpc>
            </a:pPr>
            <a:r>
              <a:rPr lang="ka-GE" sz="2400" dirty="0"/>
              <a:t>ყველა მნიშვნელოვანი ნაბიჯი ორიენტაცია უნდა დაიცვას, რომ არ მოხდეს შეცდომა.</a:t>
            </a:r>
            <a:endParaRPr lang="en-US" sz="23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74C979AE-40EC-4862-BE39-7621B9802883}"/>
              </a:ext>
            </a:extLst>
          </p:cNvPr>
          <p:cNvSpPr txBox="1"/>
          <p:nvPr/>
        </p:nvSpPr>
        <p:spPr>
          <a:xfrm>
            <a:off x="1338111" y="7692115"/>
            <a:ext cx="7284801" cy="4812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ka-GE" sz="2800" dirty="0"/>
              <a:t>ორმაგი შემოწმება</a:t>
            </a:r>
            <a:endParaRPr lang="en-US" sz="2799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800788" y="3374344"/>
            <a:ext cx="6686423" cy="6912656"/>
          </a:xfrm>
          <a:custGeom>
            <a:avLst/>
            <a:gdLst/>
            <a:ahLst/>
            <a:cxnLst/>
            <a:rect l="l" t="t" r="r" b="b"/>
            <a:pathLst>
              <a:path w="6686423" h="6912656">
                <a:moveTo>
                  <a:pt x="0" y="0"/>
                </a:moveTo>
                <a:lnTo>
                  <a:pt x="6686424" y="0"/>
                </a:lnTo>
                <a:lnTo>
                  <a:pt x="6686424" y="6912656"/>
                </a:lnTo>
                <a:lnTo>
                  <a:pt x="0" y="6912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62138" y="4445318"/>
            <a:ext cx="262890" cy="292418"/>
            <a:chOff x="0" y="0"/>
            <a:chExt cx="350520" cy="389890"/>
          </a:xfrm>
        </p:grpSpPr>
        <p:sp>
          <p:nvSpPr>
            <p:cNvPr id="4" name="Freeform 4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796415" y="4678680"/>
            <a:ext cx="237172" cy="154305"/>
            <a:chOff x="0" y="0"/>
            <a:chExt cx="316230" cy="205740"/>
          </a:xfrm>
        </p:grpSpPr>
        <p:sp>
          <p:nvSpPr>
            <p:cNvPr id="6" name="Freeform 6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2071688" y="4470082"/>
            <a:ext cx="185738" cy="234315"/>
            <a:chOff x="0" y="0"/>
            <a:chExt cx="247650" cy="312420"/>
          </a:xfrm>
        </p:grpSpPr>
        <p:sp>
          <p:nvSpPr>
            <p:cNvPr id="8" name="Freeform 8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4490085" y="4459605"/>
            <a:ext cx="311468" cy="234315"/>
            <a:chOff x="0" y="0"/>
            <a:chExt cx="415290" cy="312420"/>
          </a:xfrm>
        </p:grpSpPr>
        <p:sp>
          <p:nvSpPr>
            <p:cNvPr id="10" name="Freeform 10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4404360" y="4325303"/>
            <a:ext cx="192405" cy="278130"/>
            <a:chOff x="0" y="0"/>
            <a:chExt cx="256540" cy="370840"/>
          </a:xfrm>
        </p:grpSpPr>
        <p:sp>
          <p:nvSpPr>
            <p:cNvPr id="12" name="Freeform 12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523422" y="4657725"/>
            <a:ext cx="302895" cy="175260"/>
            <a:chOff x="0" y="0"/>
            <a:chExt cx="403860" cy="233680"/>
          </a:xfrm>
        </p:grpSpPr>
        <p:sp>
          <p:nvSpPr>
            <p:cNvPr id="14" name="Freeform 14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2293854" y="3076101"/>
            <a:ext cx="262890" cy="292418"/>
            <a:chOff x="0" y="0"/>
            <a:chExt cx="350520" cy="389890"/>
          </a:xfrm>
        </p:grpSpPr>
        <p:sp>
          <p:nvSpPr>
            <p:cNvPr id="16" name="Freeform 16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2228132" y="3309463"/>
            <a:ext cx="237172" cy="154305"/>
            <a:chOff x="0" y="0"/>
            <a:chExt cx="316230" cy="205740"/>
          </a:xfrm>
        </p:grpSpPr>
        <p:sp>
          <p:nvSpPr>
            <p:cNvPr id="18" name="Freeform 18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2503404" y="3100866"/>
            <a:ext cx="185738" cy="234315"/>
            <a:chOff x="0" y="0"/>
            <a:chExt cx="247650" cy="312420"/>
          </a:xfrm>
        </p:grpSpPr>
        <p:sp>
          <p:nvSpPr>
            <p:cNvPr id="20" name="Freeform 20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5096263" y="3187543"/>
            <a:ext cx="311468" cy="234315"/>
            <a:chOff x="0" y="0"/>
            <a:chExt cx="415290" cy="312420"/>
          </a:xfrm>
        </p:grpSpPr>
        <p:sp>
          <p:nvSpPr>
            <p:cNvPr id="22" name="Freeform 22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15010538" y="3053241"/>
            <a:ext cx="192405" cy="278130"/>
            <a:chOff x="0" y="0"/>
            <a:chExt cx="256540" cy="370840"/>
          </a:xfrm>
        </p:grpSpPr>
        <p:sp>
          <p:nvSpPr>
            <p:cNvPr id="24" name="Freeform 24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15129600" y="3385663"/>
            <a:ext cx="302895" cy="175260"/>
            <a:chOff x="0" y="0"/>
            <a:chExt cx="403860" cy="233680"/>
          </a:xfrm>
        </p:grpSpPr>
        <p:sp>
          <p:nvSpPr>
            <p:cNvPr id="26" name="Freeform 26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13562348" y="5987367"/>
            <a:ext cx="262890" cy="292418"/>
            <a:chOff x="0" y="0"/>
            <a:chExt cx="350520" cy="389890"/>
          </a:xfrm>
        </p:grpSpPr>
        <p:sp>
          <p:nvSpPr>
            <p:cNvPr id="28" name="Freeform 28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3496625" y="6220729"/>
            <a:ext cx="237172" cy="154305"/>
            <a:chOff x="0" y="0"/>
            <a:chExt cx="316230" cy="205740"/>
          </a:xfrm>
        </p:grpSpPr>
        <p:sp>
          <p:nvSpPr>
            <p:cNvPr id="30" name="Freeform 30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13771898" y="6012132"/>
            <a:ext cx="185738" cy="234315"/>
            <a:chOff x="0" y="0"/>
            <a:chExt cx="247650" cy="312420"/>
          </a:xfrm>
        </p:grpSpPr>
        <p:sp>
          <p:nvSpPr>
            <p:cNvPr id="32" name="Freeform 32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16319099" y="6070765"/>
            <a:ext cx="311468" cy="234315"/>
            <a:chOff x="0" y="0"/>
            <a:chExt cx="415290" cy="312420"/>
          </a:xfrm>
        </p:grpSpPr>
        <p:sp>
          <p:nvSpPr>
            <p:cNvPr id="34" name="Freeform 34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6233374" y="5936462"/>
            <a:ext cx="192405" cy="278130"/>
            <a:chOff x="0" y="0"/>
            <a:chExt cx="256540" cy="370840"/>
          </a:xfrm>
        </p:grpSpPr>
        <p:sp>
          <p:nvSpPr>
            <p:cNvPr id="36" name="Freeform 36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16352436" y="6268885"/>
            <a:ext cx="302895" cy="175260"/>
            <a:chOff x="0" y="0"/>
            <a:chExt cx="403860" cy="233680"/>
          </a:xfrm>
        </p:grpSpPr>
        <p:sp>
          <p:nvSpPr>
            <p:cNvPr id="38" name="Freeform 38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39" name="Freeform 39"/>
          <p:cNvSpPr/>
          <p:nvPr/>
        </p:nvSpPr>
        <p:spPr>
          <a:xfrm>
            <a:off x="-188047" y="-254540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0" y="0"/>
                </a:moveTo>
                <a:lnTo>
                  <a:pt x="3531385" y="0"/>
                </a:lnTo>
                <a:lnTo>
                  <a:pt x="3531385" y="3815463"/>
                </a:lnTo>
                <a:lnTo>
                  <a:pt x="0" y="38154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11181512" y="3317194"/>
            <a:ext cx="7030287" cy="2010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პრაქტიკული ვარჯიშები</a:t>
            </a:r>
            <a:r>
              <a:rPr lang="ka-GE" sz="4000" dirty="0"/>
              <a:t> – სიმულაციები ეხმარება შეცდომებზე სწავლას რეალური საფრთხის გარეშე.</a:t>
            </a:r>
            <a:endParaRPr lang="en-US" sz="4000" dirty="0">
              <a:sym typeface="TAN Headline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617048" y="3375560"/>
            <a:ext cx="5943600" cy="20149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მუდმივი სწავლება</a:t>
            </a:r>
            <a:r>
              <a:rPr lang="ka-GE" sz="4000" dirty="0"/>
              <a:t> – ექიმები უნდა განაგრძონ სწავლა ახალ მეთოდებზე და წესებზე.</a:t>
            </a:r>
            <a:endParaRPr lang="en-US" sz="36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2855505" y="396359"/>
            <a:ext cx="12576991" cy="1105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ka-GE" sz="6600" dirty="0"/>
              <a:t>სწავლება და ტრენინგი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57BE42-4C20-4D54-ABEE-A2306A807FF9}"/>
              </a:ext>
            </a:extLst>
          </p:cNvPr>
          <p:cNvSpPr txBox="1"/>
          <p:nvPr/>
        </p:nvSpPr>
        <p:spPr>
          <a:xfrm>
            <a:off x="440522" y="5974230"/>
            <a:ext cx="5569922" cy="2603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შეცდომებზე სწავლა</a:t>
            </a:r>
            <a:r>
              <a:rPr lang="ka-GE" sz="4000" dirty="0"/>
              <a:t> – წარსულ შეცდომებზე სწავლა ხელს უწყობს მომავალი შეცდომების თავიდან აცილებას.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806067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487884" y="3310947"/>
            <a:ext cx="6686423" cy="6912656"/>
          </a:xfrm>
          <a:custGeom>
            <a:avLst/>
            <a:gdLst/>
            <a:ahLst/>
            <a:cxnLst/>
            <a:rect l="l" t="t" r="r" b="b"/>
            <a:pathLst>
              <a:path w="6686423" h="6912656">
                <a:moveTo>
                  <a:pt x="0" y="0"/>
                </a:moveTo>
                <a:lnTo>
                  <a:pt x="6686424" y="0"/>
                </a:lnTo>
                <a:lnTo>
                  <a:pt x="6686424" y="6912656"/>
                </a:lnTo>
                <a:lnTo>
                  <a:pt x="0" y="6912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862138" y="4445318"/>
            <a:ext cx="262890" cy="292418"/>
            <a:chOff x="0" y="0"/>
            <a:chExt cx="350520" cy="389890"/>
          </a:xfrm>
        </p:grpSpPr>
        <p:sp>
          <p:nvSpPr>
            <p:cNvPr id="4" name="Freeform 4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796415" y="4678680"/>
            <a:ext cx="237172" cy="154305"/>
            <a:chOff x="0" y="0"/>
            <a:chExt cx="316230" cy="205740"/>
          </a:xfrm>
        </p:grpSpPr>
        <p:sp>
          <p:nvSpPr>
            <p:cNvPr id="6" name="Freeform 6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2071688" y="4470082"/>
            <a:ext cx="185738" cy="234315"/>
            <a:chOff x="0" y="0"/>
            <a:chExt cx="247650" cy="312420"/>
          </a:xfrm>
        </p:grpSpPr>
        <p:sp>
          <p:nvSpPr>
            <p:cNvPr id="8" name="Freeform 8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4490085" y="4459605"/>
            <a:ext cx="311468" cy="234315"/>
            <a:chOff x="0" y="0"/>
            <a:chExt cx="415290" cy="312420"/>
          </a:xfrm>
        </p:grpSpPr>
        <p:sp>
          <p:nvSpPr>
            <p:cNvPr id="10" name="Freeform 10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4404360" y="4325303"/>
            <a:ext cx="192405" cy="278130"/>
            <a:chOff x="0" y="0"/>
            <a:chExt cx="256540" cy="370840"/>
          </a:xfrm>
        </p:grpSpPr>
        <p:sp>
          <p:nvSpPr>
            <p:cNvPr id="12" name="Freeform 12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523422" y="4657725"/>
            <a:ext cx="302895" cy="175260"/>
            <a:chOff x="0" y="0"/>
            <a:chExt cx="403860" cy="233680"/>
          </a:xfrm>
        </p:grpSpPr>
        <p:sp>
          <p:nvSpPr>
            <p:cNvPr id="14" name="Freeform 14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12293854" y="3076101"/>
            <a:ext cx="262890" cy="292418"/>
            <a:chOff x="0" y="0"/>
            <a:chExt cx="350520" cy="389890"/>
          </a:xfrm>
        </p:grpSpPr>
        <p:sp>
          <p:nvSpPr>
            <p:cNvPr id="16" name="Freeform 16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12228132" y="3309463"/>
            <a:ext cx="237172" cy="154305"/>
            <a:chOff x="0" y="0"/>
            <a:chExt cx="316230" cy="205740"/>
          </a:xfrm>
        </p:grpSpPr>
        <p:sp>
          <p:nvSpPr>
            <p:cNvPr id="18" name="Freeform 18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12503404" y="3100866"/>
            <a:ext cx="185738" cy="234315"/>
            <a:chOff x="0" y="0"/>
            <a:chExt cx="247650" cy="312420"/>
          </a:xfrm>
        </p:grpSpPr>
        <p:sp>
          <p:nvSpPr>
            <p:cNvPr id="20" name="Freeform 20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5096263" y="3187543"/>
            <a:ext cx="311468" cy="234315"/>
            <a:chOff x="0" y="0"/>
            <a:chExt cx="415290" cy="312420"/>
          </a:xfrm>
        </p:grpSpPr>
        <p:sp>
          <p:nvSpPr>
            <p:cNvPr id="22" name="Freeform 22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15010538" y="3053241"/>
            <a:ext cx="192405" cy="278130"/>
            <a:chOff x="0" y="0"/>
            <a:chExt cx="256540" cy="370840"/>
          </a:xfrm>
        </p:grpSpPr>
        <p:sp>
          <p:nvSpPr>
            <p:cNvPr id="24" name="Freeform 24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15129600" y="3385663"/>
            <a:ext cx="302895" cy="175260"/>
            <a:chOff x="0" y="0"/>
            <a:chExt cx="403860" cy="233680"/>
          </a:xfrm>
        </p:grpSpPr>
        <p:sp>
          <p:nvSpPr>
            <p:cNvPr id="26" name="Freeform 26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13562348" y="5987367"/>
            <a:ext cx="262890" cy="292418"/>
            <a:chOff x="0" y="0"/>
            <a:chExt cx="350520" cy="389890"/>
          </a:xfrm>
        </p:grpSpPr>
        <p:sp>
          <p:nvSpPr>
            <p:cNvPr id="28" name="Freeform 28"/>
            <p:cNvSpPr/>
            <p:nvPr/>
          </p:nvSpPr>
          <p:spPr>
            <a:xfrm>
              <a:off x="49770" y="50554"/>
              <a:ext cx="249464" cy="288493"/>
            </a:xfrm>
            <a:custGeom>
              <a:avLst/>
              <a:gdLst/>
              <a:ahLst/>
              <a:cxnLst/>
              <a:rect l="l" t="t" r="r" b="b"/>
              <a:pathLst>
                <a:path w="249464" h="288493">
                  <a:moveTo>
                    <a:pt x="157240" y="268216"/>
                  </a:moveTo>
                  <a:cubicBezTo>
                    <a:pt x="-2780" y="45966"/>
                    <a:pt x="1030" y="37076"/>
                    <a:pt x="4840" y="28186"/>
                  </a:cubicBezTo>
                  <a:cubicBezTo>
                    <a:pt x="9920" y="19296"/>
                    <a:pt x="17540" y="9136"/>
                    <a:pt x="27700" y="5326"/>
                  </a:cubicBezTo>
                  <a:cubicBezTo>
                    <a:pt x="40400" y="246"/>
                    <a:pt x="63260" y="246"/>
                    <a:pt x="74690" y="6596"/>
                  </a:cubicBezTo>
                  <a:cubicBezTo>
                    <a:pt x="84850" y="10406"/>
                    <a:pt x="92470" y="20566"/>
                    <a:pt x="96280" y="29456"/>
                  </a:cubicBezTo>
                  <a:cubicBezTo>
                    <a:pt x="100090" y="39616"/>
                    <a:pt x="101360" y="52316"/>
                    <a:pt x="98820" y="61206"/>
                  </a:cubicBezTo>
                  <a:cubicBezTo>
                    <a:pt x="96280" y="71366"/>
                    <a:pt x="91200" y="82796"/>
                    <a:pt x="82310" y="89146"/>
                  </a:cubicBezTo>
                  <a:cubicBezTo>
                    <a:pt x="70880" y="96766"/>
                    <a:pt x="49290" y="101846"/>
                    <a:pt x="36590" y="98036"/>
                  </a:cubicBezTo>
                  <a:cubicBezTo>
                    <a:pt x="22620" y="94226"/>
                    <a:pt x="7380" y="76446"/>
                    <a:pt x="2300" y="65016"/>
                  </a:cubicBezTo>
                  <a:cubicBezTo>
                    <a:pt x="-1510" y="54856"/>
                    <a:pt x="-240" y="42156"/>
                    <a:pt x="3570" y="33266"/>
                  </a:cubicBezTo>
                  <a:cubicBezTo>
                    <a:pt x="6110" y="23106"/>
                    <a:pt x="15000" y="12946"/>
                    <a:pt x="22620" y="7866"/>
                  </a:cubicBezTo>
                  <a:cubicBezTo>
                    <a:pt x="31510" y="2786"/>
                    <a:pt x="44210" y="-1024"/>
                    <a:pt x="54370" y="246"/>
                  </a:cubicBezTo>
                  <a:cubicBezTo>
                    <a:pt x="64530" y="246"/>
                    <a:pt x="72150" y="2786"/>
                    <a:pt x="83580" y="12946"/>
                  </a:cubicBezTo>
                  <a:cubicBezTo>
                    <a:pt x="117870" y="38346"/>
                    <a:pt x="219470" y="167886"/>
                    <a:pt x="239790" y="207256"/>
                  </a:cubicBezTo>
                  <a:cubicBezTo>
                    <a:pt x="247410" y="222496"/>
                    <a:pt x="251220" y="230116"/>
                    <a:pt x="248680" y="242816"/>
                  </a:cubicBezTo>
                  <a:cubicBezTo>
                    <a:pt x="247410" y="255516"/>
                    <a:pt x="234710" y="274566"/>
                    <a:pt x="223280" y="282186"/>
                  </a:cubicBezTo>
                  <a:cubicBezTo>
                    <a:pt x="213120" y="288536"/>
                    <a:pt x="199150" y="289806"/>
                    <a:pt x="187720" y="287266"/>
                  </a:cubicBezTo>
                  <a:cubicBezTo>
                    <a:pt x="176290" y="284726"/>
                    <a:pt x="157240" y="268216"/>
                    <a:pt x="157240" y="268216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13496625" y="6220729"/>
            <a:ext cx="237172" cy="154305"/>
            <a:chOff x="0" y="0"/>
            <a:chExt cx="316230" cy="205740"/>
          </a:xfrm>
        </p:grpSpPr>
        <p:sp>
          <p:nvSpPr>
            <p:cNvPr id="30" name="Freeform 30"/>
            <p:cNvSpPr/>
            <p:nvPr/>
          </p:nvSpPr>
          <p:spPr>
            <a:xfrm>
              <a:off x="50684" y="46990"/>
              <a:ext cx="215446" cy="106818"/>
            </a:xfrm>
            <a:custGeom>
              <a:avLst/>
              <a:gdLst/>
              <a:ahLst/>
              <a:cxnLst/>
              <a:rect l="l" t="t" r="r" b="b"/>
              <a:pathLst>
                <a:path w="215446" h="106818">
                  <a:moveTo>
                    <a:pt x="165216" y="106680"/>
                  </a:moveTo>
                  <a:cubicBezTo>
                    <a:pt x="5196" y="86360"/>
                    <a:pt x="-1154" y="67310"/>
                    <a:pt x="116" y="52070"/>
                  </a:cubicBezTo>
                  <a:cubicBezTo>
                    <a:pt x="116" y="38100"/>
                    <a:pt x="14086" y="19050"/>
                    <a:pt x="25516" y="10160"/>
                  </a:cubicBezTo>
                  <a:cubicBezTo>
                    <a:pt x="34406" y="3810"/>
                    <a:pt x="47106" y="2540"/>
                    <a:pt x="57266" y="3810"/>
                  </a:cubicBezTo>
                  <a:cubicBezTo>
                    <a:pt x="67426" y="5080"/>
                    <a:pt x="80126" y="8890"/>
                    <a:pt x="87746" y="17780"/>
                  </a:cubicBezTo>
                  <a:cubicBezTo>
                    <a:pt x="96636" y="27940"/>
                    <a:pt x="104256" y="50800"/>
                    <a:pt x="102986" y="63500"/>
                  </a:cubicBezTo>
                  <a:cubicBezTo>
                    <a:pt x="101716" y="74930"/>
                    <a:pt x="95366" y="86360"/>
                    <a:pt x="87746" y="92710"/>
                  </a:cubicBezTo>
                  <a:cubicBezTo>
                    <a:pt x="80126" y="100330"/>
                    <a:pt x="68696" y="106680"/>
                    <a:pt x="57266" y="106680"/>
                  </a:cubicBezTo>
                  <a:cubicBezTo>
                    <a:pt x="44566" y="107950"/>
                    <a:pt x="21706" y="100330"/>
                    <a:pt x="11546" y="88900"/>
                  </a:cubicBezTo>
                  <a:cubicBezTo>
                    <a:pt x="2656" y="78740"/>
                    <a:pt x="-1154" y="54610"/>
                    <a:pt x="1386" y="41910"/>
                  </a:cubicBezTo>
                  <a:cubicBezTo>
                    <a:pt x="3926" y="30480"/>
                    <a:pt x="11546" y="20320"/>
                    <a:pt x="20436" y="13970"/>
                  </a:cubicBezTo>
                  <a:cubicBezTo>
                    <a:pt x="29326" y="7620"/>
                    <a:pt x="38216" y="5080"/>
                    <a:pt x="52186" y="3810"/>
                  </a:cubicBezTo>
                  <a:cubicBezTo>
                    <a:pt x="77586" y="-1270"/>
                    <a:pt x="138546" y="-1270"/>
                    <a:pt x="165216" y="3810"/>
                  </a:cubicBezTo>
                  <a:cubicBezTo>
                    <a:pt x="180456" y="6350"/>
                    <a:pt x="191886" y="7620"/>
                    <a:pt x="199506" y="16510"/>
                  </a:cubicBezTo>
                  <a:cubicBezTo>
                    <a:pt x="209666" y="27940"/>
                    <a:pt x="219826" y="58420"/>
                    <a:pt x="213476" y="73660"/>
                  </a:cubicBezTo>
                  <a:cubicBezTo>
                    <a:pt x="208396" y="88900"/>
                    <a:pt x="165216" y="106680"/>
                    <a:pt x="165216" y="10668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13771898" y="6012132"/>
            <a:ext cx="185738" cy="234315"/>
            <a:chOff x="0" y="0"/>
            <a:chExt cx="247650" cy="312420"/>
          </a:xfrm>
        </p:grpSpPr>
        <p:sp>
          <p:nvSpPr>
            <p:cNvPr id="32" name="Freeform 32"/>
            <p:cNvSpPr/>
            <p:nvPr/>
          </p:nvSpPr>
          <p:spPr>
            <a:xfrm>
              <a:off x="49383" y="50560"/>
              <a:ext cx="147713" cy="210763"/>
            </a:xfrm>
            <a:custGeom>
              <a:avLst/>
              <a:gdLst/>
              <a:ahLst/>
              <a:cxnLst/>
              <a:rect l="l" t="t" r="r" b="b"/>
              <a:pathLst>
                <a:path w="147713" h="210763">
                  <a:moveTo>
                    <a:pt x="2687" y="138670"/>
                  </a:moveTo>
                  <a:cubicBezTo>
                    <a:pt x="81427" y="-2300"/>
                    <a:pt x="92857" y="-1030"/>
                    <a:pt x="103017" y="240"/>
                  </a:cubicBezTo>
                  <a:cubicBezTo>
                    <a:pt x="113177" y="1510"/>
                    <a:pt x="125877" y="6590"/>
                    <a:pt x="132227" y="14210"/>
                  </a:cubicBezTo>
                  <a:cubicBezTo>
                    <a:pt x="141117" y="24370"/>
                    <a:pt x="148737" y="47230"/>
                    <a:pt x="146197" y="61200"/>
                  </a:cubicBezTo>
                  <a:cubicBezTo>
                    <a:pt x="144927" y="71360"/>
                    <a:pt x="139847" y="82790"/>
                    <a:pt x="130957" y="89140"/>
                  </a:cubicBezTo>
                  <a:cubicBezTo>
                    <a:pt x="119527" y="98030"/>
                    <a:pt x="96667" y="104380"/>
                    <a:pt x="83967" y="100570"/>
                  </a:cubicBezTo>
                  <a:cubicBezTo>
                    <a:pt x="69997" y="98030"/>
                    <a:pt x="53487" y="81520"/>
                    <a:pt x="47137" y="68820"/>
                  </a:cubicBezTo>
                  <a:cubicBezTo>
                    <a:pt x="43327" y="58660"/>
                    <a:pt x="43327" y="45960"/>
                    <a:pt x="47137" y="35800"/>
                  </a:cubicBezTo>
                  <a:cubicBezTo>
                    <a:pt x="49677" y="25640"/>
                    <a:pt x="56027" y="14210"/>
                    <a:pt x="66187" y="9130"/>
                  </a:cubicBezTo>
                  <a:cubicBezTo>
                    <a:pt x="77617" y="1510"/>
                    <a:pt x="100477" y="-1030"/>
                    <a:pt x="114447" y="2780"/>
                  </a:cubicBezTo>
                  <a:cubicBezTo>
                    <a:pt x="124607" y="5320"/>
                    <a:pt x="133497" y="14210"/>
                    <a:pt x="139847" y="23100"/>
                  </a:cubicBezTo>
                  <a:cubicBezTo>
                    <a:pt x="144927" y="31990"/>
                    <a:pt x="148737" y="40880"/>
                    <a:pt x="147467" y="54850"/>
                  </a:cubicBezTo>
                  <a:cubicBezTo>
                    <a:pt x="144927" y="82790"/>
                    <a:pt x="116987" y="153910"/>
                    <a:pt x="97937" y="179310"/>
                  </a:cubicBezTo>
                  <a:cubicBezTo>
                    <a:pt x="86507" y="194550"/>
                    <a:pt x="73807" y="205980"/>
                    <a:pt x="61107" y="209790"/>
                  </a:cubicBezTo>
                  <a:cubicBezTo>
                    <a:pt x="49677" y="212330"/>
                    <a:pt x="34437" y="209790"/>
                    <a:pt x="24277" y="203440"/>
                  </a:cubicBezTo>
                  <a:cubicBezTo>
                    <a:pt x="15387" y="198360"/>
                    <a:pt x="5227" y="185660"/>
                    <a:pt x="1417" y="175500"/>
                  </a:cubicBezTo>
                  <a:cubicBezTo>
                    <a:pt x="-2393" y="164070"/>
                    <a:pt x="2687" y="138670"/>
                    <a:pt x="2687" y="138670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16319099" y="6070765"/>
            <a:ext cx="311468" cy="234315"/>
            <a:chOff x="0" y="0"/>
            <a:chExt cx="415290" cy="312420"/>
          </a:xfrm>
        </p:grpSpPr>
        <p:sp>
          <p:nvSpPr>
            <p:cNvPr id="34" name="Freeform 34"/>
            <p:cNvSpPr/>
            <p:nvPr/>
          </p:nvSpPr>
          <p:spPr>
            <a:xfrm>
              <a:off x="49010" y="49978"/>
              <a:ext cx="314407" cy="211369"/>
            </a:xfrm>
            <a:custGeom>
              <a:avLst/>
              <a:gdLst/>
              <a:ahLst/>
              <a:cxnLst/>
              <a:rect l="l" t="t" r="r" b="b"/>
              <a:pathLst>
                <a:path w="314407" h="211369">
                  <a:moveTo>
                    <a:pt x="24650" y="117662"/>
                  </a:moveTo>
                  <a:cubicBezTo>
                    <a:pt x="276110" y="-1718"/>
                    <a:pt x="283730" y="2092"/>
                    <a:pt x="292620" y="8442"/>
                  </a:cubicBezTo>
                  <a:cubicBezTo>
                    <a:pt x="302780" y="16062"/>
                    <a:pt x="312940" y="35112"/>
                    <a:pt x="314210" y="47812"/>
                  </a:cubicBezTo>
                  <a:cubicBezTo>
                    <a:pt x="315480" y="57972"/>
                    <a:pt x="310400" y="69402"/>
                    <a:pt x="305320" y="77022"/>
                  </a:cubicBezTo>
                  <a:cubicBezTo>
                    <a:pt x="298970" y="85912"/>
                    <a:pt x="288810" y="92262"/>
                    <a:pt x="279920" y="94802"/>
                  </a:cubicBezTo>
                  <a:cubicBezTo>
                    <a:pt x="269760" y="98612"/>
                    <a:pt x="258330" y="97342"/>
                    <a:pt x="248170" y="94802"/>
                  </a:cubicBezTo>
                  <a:cubicBezTo>
                    <a:pt x="239280" y="90992"/>
                    <a:pt x="229120" y="83372"/>
                    <a:pt x="224040" y="74482"/>
                  </a:cubicBezTo>
                  <a:cubicBezTo>
                    <a:pt x="218960" y="63052"/>
                    <a:pt x="216420" y="41462"/>
                    <a:pt x="221500" y="28762"/>
                  </a:cubicBezTo>
                  <a:cubicBezTo>
                    <a:pt x="224040" y="19872"/>
                    <a:pt x="232930" y="10982"/>
                    <a:pt x="241820" y="5902"/>
                  </a:cubicBezTo>
                  <a:cubicBezTo>
                    <a:pt x="250710" y="2092"/>
                    <a:pt x="262140" y="-1718"/>
                    <a:pt x="272300" y="822"/>
                  </a:cubicBezTo>
                  <a:cubicBezTo>
                    <a:pt x="285000" y="3362"/>
                    <a:pt x="302780" y="16062"/>
                    <a:pt x="309130" y="27492"/>
                  </a:cubicBezTo>
                  <a:cubicBezTo>
                    <a:pt x="314210" y="36382"/>
                    <a:pt x="315480" y="49082"/>
                    <a:pt x="312940" y="57972"/>
                  </a:cubicBezTo>
                  <a:cubicBezTo>
                    <a:pt x="311670" y="68132"/>
                    <a:pt x="307860" y="74482"/>
                    <a:pt x="297700" y="84642"/>
                  </a:cubicBezTo>
                  <a:cubicBezTo>
                    <a:pt x="267220" y="115122"/>
                    <a:pt x="114820" y="192592"/>
                    <a:pt x="71640" y="205292"/>
                  </a:cubicBezTo>
                  <a:cubicBezTo>
                    <a:pt x="55130" y="210372"/>
                    <a:pt x="47510" y="212912"/>
                    <a:pt x="36080" y="210372"/>
                  </a:cubicBezTo>
                  <a:cubicBezTo>
                    <a:pt x="25920" y="207832"/>
                    <a:pt x="13220" y="200212"/>
                    <a:pt x="6870" y="190052"/>
                  </a:cubicBezTo>
                  <a:cubicBezTo>
                    <a:pt x="520" y="178622"/>
                    <a:pt x="-2020" y="155762"/>
                    <a:pt x="1790" y="144332"/>
                  </a:cubicBezTo>
                  <a:cubicBezTo>
                    <a:pt x="4330" y="132902"/>
                    <a:pt x="24650" y="117662"/>
                    <a:pt x="24650" y="117662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6233374" y="5936462"/>
            <a:ext cx="192405" cy="278130"/>
            <a:chOff x="0" y="0"/>
            <a:chExt cx="256540" cy="370840"/>
          </a:xfrm>
        </p:grpSpPr>
        <p:sp>
          <p:nvSpPr>
            <p:cNvPr id="36" name="Freeform 36"/>
            <p:cNvSpPr/>
            <p:nvPr/>
          </p:nvSpPr>
          <p:spPr>
            <a:xfrm>
              <a:off x="49428" y="50357"/>
              <a:ext cx="156703" cy="270491"/>
            </a:xfrm>
            <a:custGeom>
              <a:avLst/>
              <a:gdLst/>
              <a:ahLst/>
              <a:cxnLst/>
              <a:rect l="l" t="t" r="r" b="b"/>
              <a:pathLst>
                <a:path w="156703" h="270491">
                  <a:moveTo>
                    <a:pt x="1372" y="203643"/>
                  </a:moveTo>
                  <a:cubicBezTo>
                    <a:pt x="72492" y="10603"/>
                    <a:pt x="80112" y="5523"/>
                    <a:pt x="90272" y="2983"/>
                  </a:cubicBezTo>
                  <a:cubicBezTo>
                    <a:pt x="99162" y="-827"/>
                    <a:pt x="111862" y="-827"/>
                    <a:pt x="122022" y="2983"/>
                  </a:cubicBezTo>
                  <a:cubicBezTo>
                    <a:pt x="130912" y="5523"/>
                    <a:pt x="141072" y="13143"/>
                    <a:pt x="147422" y="22033"/>
                  </a:cubicBezTo>
                  <a:cubicBezTo>
                    <a:pt x="152502" y="30923"/>
                    <a:pt x="157582" y="42353"/>
                    <a:pt x="156312" y="52513"/>
                  </a:cubicBezTo>
                  <a:cubicBezTo>
                    <a:pt x="153772" y="65213"/>
                    <a:pt x="143612" y="85533"/>
                    <a:pt x="132182" y="93153"/>
                  </a:cubicBezTo>
                  <a:cubicBezTo>
                    <a:pt x="119482" y="100773"/>
                    <a:pt x="96622" y="100773"/>
                    <a:pt x="85192" y="95693"/>
                  </a:cubicBezTo>
                  <a:cubicBezTo>
                    <a:pt x="75032" y="91883"/>
                    <a:pt x="66142" y="82993"/>
                    <a:pt x="61062" y="74103"/>
                  </a:cubicBezTo>
                  <a:cubicBezTo>
                    <a:pt x="57252" y="65213"/>
                    <a:pt x="54712" y="52513"/>
                    <a:pt x="55982" y="42353"/>
                  </a:cubicBezTo>
                  <a:cubicBezTo>
                    <a:pt x="57252" y="32193"/>
                    <a:pt x="63602" y="20763"/>
                    <a:pt x="71222" y="14413"/>
                  </a:cubicBezTo>
                  <a:cubicBezTo>
                    <a:pt x="78842" y="6793"/>
                    <a:pt x="90272" y="1713"/>
                    <a:pt x="100432" y="443"/>
                  </a:cubicBezTo>
                  <a:cubicBezTo>
                    <a:pt x="110592" y="-827"/>
                    <a:pt x="123292" y="443"/>
                    <a:pt x="132182" y="6793"/>
                  </a:cubicBezTo>
                  <a:cubicBezTo>
                    <a:pt x="142342" y="14413"/>
                    <a:pt x="153772" y="28383"/>
                    <a:pt x="156312" y="47433"/>
                  </a:cubicBezTo>
                  <a:cubicBezTo>
                    <a:pt x="161392" y="86803"/>
                    <a:pt x="115672" y="201103"/>
                    <a:pt x="97892" y="235393"/>
                  </a:cubicBezTo>
                  <a:cubicBezTo>
                    <a:pt x="90272" y="250633"/>
                    <a:pt x="85192" y="258253"/>
                    <a:pt x="75032" y="263333"/>
                  </a:cubicBezTo>
                  <a:cubicBezTo>
                    <a:pt x="64872" y="268413"/>
                    <a:pt x="50902" y="272223"/>
                    <a:pt x="39472" y="269683"/>
                  </a:cubicBezTo>
                  <a:cubicBezTo>
                    <a:pt x="26772" y="265873"/>
                    <a:pt x="8992" y="251903"/>
                    <a:pt x="2642" y="239203"/>
                  </a:cubicBezTo>
                  <a:cubicBezTo>
                    <a:pt x="-2438" y="229043"/>
                    <a:pt x="1372" y="203643"/>
                    <a:pt x="1372" y="203643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16352436" y="6268885"/>
            <a:ext cx="302895" cy="175260"/>
            <a:chOff x="0" y="0"/>
            <a:chExt cx="403860" cy="233680"/>
          </a:xfrm>
        </p:grpSpPr>
        <p:sp>
          <p:nvSpPr>
            <p:cNvPr id="38" name="Freeform 38"/>
            <p:cNvSpPr/>
            <p:nvPr/>
          </p:nvSpPr>
          <p:spPr>
            <a:xfrm>
              <a:off x="50004" y="50659"/>
              <a:ext cx="303056" cy="132664"/>
            </a:xfrm>
            <a:custGeom>
              <a:avLst/>
              <a:gdLst/>
              <a:ahLst/>
              <a:cxnLst/>
              <a:rect l="l" t="t" r="r" b="b"/>
              <a:pathLst>
                <a:path w="303056" h="132664">
                  <a:moveTo>
                    <a:pt x="64296" y="141"/>
                  </a:moveTo>
                  <a:cubicBezTo>
                    <a:pt x="300516" y="56021"/>
                    <a:pt x="303056" y="75071"/>
                    <a:pt x="303056" y="87771"/>
                  </a:cubicBezTo>
                  <a:cubicBezTo>
                    <a:pt x="301786" y="99201"/>
                    <a:pt x="295436" y="109361"/>
                    <a:pt x="289086" y="116981"/>
                  </a:cubicBezTo>
                  <a:cubicBezTo>
                    <a:pt x="281466" y="124601"/>
                    <a:pt x="270036" y="129681"/>
                    <a:pt x="259876" y="132221"/>
                  </a:cubicBezTo>
                  <a:cubicBezTo>
                    <a:pt x="249716" y="133491"/>
                    <a:pt x="237016" y="132221"/>
                    <a:pt x="228126" y="125871"/>
                  </a:cubicBezTo>
                  <a:cubicBezTo>
                    <a:pt x="216696" y="119521"/>
                    <a:pt x="203996" y="99201"/>
                    <a:pt x="201456" y="86501"/>
                  </a:cubicBezTo>
                  <a:cubicBezTo>
                    <a:pt x="200186" y="76341"/>
                    <a:pt x="203996" y="63641"/>
                    <a:pt x="209076" y="54751"/>
                  </a:cubicBezTo>
                  <a:cubicBezTo>
                    <a:pt x="214156" y="47131"/>
                    <a:pt x="224316" y="38241"/>
                    <a:pt x="234476" y="34431"/>
                  </a:cubicBezTo>
                  <a:cubicBezTo>
                    <a:pt x="247176" y="30621"/>
                    <a:pt x="270036" y="33161"/>
                    <a:pt x="281466" y="40781"/>
                  </a:cubicBezTo>
                  <a:cubicBezTo>
                    <a:pt x="290356" y="45861"/>
                    <a:pt x="297976" y="56021"/>
                    <a:pt x="300516" y="66181"/>
                  </a:cubicBezTo>
                  <a:cubicBezTo>
                    <a:pt x="304326" y="76341"/>
                    <a:pt x="303056" y="89041"/>
                    <a:pt x="300516" y="97931"/>
                  </a:cubicBezTo>
                  <a:cubicBezTo>
                    <a:pt x="296706" y="108091"/>
                    <a:pt x="289086" y="118251"/>
                    <a:pt x="280196" y="124601"/>
                  </a:cubicBezTo>
                  <a:cubicBezTo>
                    <a:pt x="271306" y="129681"/>
                    <a:pt x="264956" y="130951"/>
                    <a:pt x="249716" y="132221"/>
                  </a:cubicBezTo>
                  <a:cubicBezTo>
                    <a:pt x="210346" y="134761"/>
                    <a:pt x="75726" y="114441"/>
                    <a:pt x="37626" y="99201"/>
                  </a:cubicBezTo>
                  <a:cubicBezTo>
                    <a:pt x="22386" y="92851"/>
                    <a:pt x="14766" y="86501"/>
                    <a:pt x="8416" y="77611"/>
                  </a:cubicBezTo>
                  <a:cubicBezTo>
                    <a:pt x="2066" y="68721"/>
                    <a:pt x="-1744" y="53481"/>
                    <a:pt x="796" y="42051"/>
                  </a:cubicBezTo>
                  <a:cubicBezTo>
                    <a:pt x="3336" y="29351"/>
                    <a:pt x="17306" y="10301"/>
                    <a:pt x="28736" y="3951"/>
                  </a:cubicBezTo>
                  <a:cubicBezTo>
                    <a:pt x="38896" y="-1129"/>
                    <a:pt x="64296" y="141"/>
                    <a:pt x="64296" y="141"/>
                  </a:cubicBezTo>
                </a:path>
              </a:pathLst>
            </a:custGeom>
            <a:solidFill>
              <a:srgbClr val="94AAB8"/>
            </a:solidFill>
            <a:ln cap="sq">
              <a:noFill/>
              <a:prstDash val="solid"/>
              <a:miter/>
            </a:ln>
          </p:spPr>
        </p:sp>
      </p:grpSp>
      <p:sp>
        <p:nvSpPr>
          <p:cNvPr id="39" name="Freeform 39"/>
          <p:cNvSpPr/>
          <p:nvPr/>
        </p:nvSpPr>
        <p:spPr>
          <a:xfrm>
            <a:off x="-188047" y="-254540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0" y="0"/>
                </a:moveTo>
                <a:lnTo>
                  <a:pt x="3531385" y="0"/>
                </a:lnTo>
                <a:lnTo>
                  <a:pt x="3531385" y="3815463"/>
                </a:lnTo>
                <a:lnTo>
                  <a:pt x="0" y="381546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1" name="TextBox 41"/>
          <p:cNvSpPr txBox="1"/>
          <p:nvPr/>
        </p:nvSpPr>
        <p:spPr>
          <a:xfrm>
            <a:off x="11181512" y="3317194"/>
            <a:ext cx="7030287" cy="2010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ავტომატური გაფრთხილებები</a:t>
            </a:r>
            <a:r>
              <a:rPr lang="ka-GE" sz="4000" dirty="0"/>
              <a:t> – სისტემა აფრთხილებს ექიმს, თუ რაიმე შეიძლება არასწორად მოხდეს.</a:t>
            </a:r>
            <a:endParaRPr lang="en-US" sz="4000" dirty="0">
              <a:sym typeface="TAN Headline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04670" y="2312880"/>
            <a:ext cx="6531066" cy="30152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ელექტრონული ჩანაწერები</a:t>
            </a:r>
            <a:r>
              <a:rPr lang="ka-GE" sz="4000" dirty="0"/>
              <a:t> – ყველა ინფორმაცია პაციენტის ჯანმრთელობაზე ინახება კომპიუტერში, რაც ამცირებს შეცდომებს.</a:t>
            </a:r>
            <a:endParaRPr lang="en-US" sz="36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2855505" y="396359"/>
            <a:ext cx="12576991" cy="1105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ka-GE" sz="6600" dirty="0"/>
              <a:t>ტექნოლოგიების გამოყენება</a:t>
            </a:r>
            <a:endParaRPr lang="en-US" sz="6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57BE42-4C20-4D54-ABEE-A2306A807FF9}"/>
              </a:ext>
            </a:extLst>
          </p:cNvPr>
          <p:cNvSpPr txBox="1"/>
          <p:nvPr/>
        </p:nvSpPr>
        <p:spPr>
          <a:xfrm>
            <a:off x="440522" y="5974230"/>
            <a:ext cx="5569922" cy="2603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919"/>
              </a:lnSpc>
            </a:pPr>
            <a:r>
              <a:rPr lang="ka-GE" sz="4000" b="1" dirty="0"/>
              <a:t>დოზის კონტროლი</a:t>
            </a:r>
            <a:r>
              <a:rPr lang="ka-GE" sz="4000" dirty="0"/>
              <a:t> – პროგრამა აკონტროლებს წამლის დოზას, რომ არ მოხდეს გადაჭარბება.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682883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755965">
            <a:off x="-2596635" y="-6569350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2386301">
            <a:off x="10358985" y="-3230434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3" y="0"/>
                </a:lnTo>
                <a:lnTo>
                  <a:pt x="9743833" y="10202965"/>
                </a:lnTo>
                <a:lnTo>
                  <a:pt x="0" y="102029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441338" flipH="1">
            <a:off x="1608121" y="2015643"/>
            <a:ext cx="16065837" cy="10084176"/>
          </a:xfrm>
          <a:custGeom>
            <a:avLst/>
            <a:gdLst/>
            <a:ahLst/>
            <a:cxnLst/>
            <a:rect l="l" t="t" r="r" b="b"/>
            <a:pathLst>
              <a:path w="16065837" h="10084176">
                <a:moveTo>
                  <a:pt x="16065837" y="0"/>
                </a:moveTo>
                <a:lnTo>
                  <a:pt x="0" y="0"/>
                </a:lnTo>
                <a:lnTo>
                  <a:pt x="0" y="10084176"/>
                </a:lnTo>
                <a:lnTo>
                  <a:pt x="16065837" y="10084176"/>
                </a:lnTo>
                <a:lnTo>
                  <a:pt x="16065837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14547103" y="3415779"/>
            <a:ext cx="3740897" cy="10287468"/>
          </a:xfrm>
          <a:custGeom>
            <a:avLst/>
            <a:gdLst/>
            <a:ahLst/>
            <a:cxnLst/>
            <a:rect l="l" t="t" r="r" b="b"/>
            <a:pathLst>
              <a:path w="3740897" h="10287468">
                <a:moveTo>
                  <a:pt x="3740897" y="0"/>
                </a:moveTo>
                <a:lnTo>
                  <a:pt x="0" y="0"/>
                </a:lnTo>
                <a:lnTo>
                  <a:pt x="0" y="10287467"/>
                </a:lnTo>
                <a:lnTo>
                  <a:pt x="3740897" y="10287467"/>
                </a:lnTo>
                <a:lnTo>
                  <a:pt x="3740897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82274" y="2956675"/>
            <a:ext cx="2273231" cy="7063711"/>
          </a:xfrm>
          <a:custGeom>
            <a:avLst/>
            <a:gdLst/>
            <a:ahLst/>
            <a:cxnLst/>
            <a:rect l="l" t="t" r="r" b="b"/>
            <a:pathLst>
              <a:path w="2273231" h="7063711">
                <a:moveTo>
                  <a:pt x="0" y="0"/>
                </a:moveTo>
                <a:lnTo>
                  <a:pt x="2273231" y="0"/>
                </a:lnTo>
                <a:lnTo>
                  <a:pt x="2273231" y="7063711"/>
                </a:lnTo>
                <a:lnTo>
                  <a:pt x="0" y="706371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485300" y="5316797"/>
            <a:ext cx="11830899" cy="3144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32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შეცდომები ხდება – შეცდომები ბუნებრივი მოვლენაა, ისინი შეუძლებელია მთლიანად თავიდან ავიცილოთ. </a:t>
            </a:r>
          </a:p>
          <a:p>
            <a:pPr marL="457200" indent="-457200" algn="l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32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თავიდან აცილება შესაძლებელია – სწორი წესებით, შემოწმებით და სწავლებით შეცდომების რისკი მცირდება. </a:t>
            </a:r>
          </a:p>
          <a:p>
            <a:pPr marL="457200" indent="-457200" algn="l">
              <a:lnSpc>
                <a:spcPts val="3499"/>
              </a:lnSpc>
              <a:buFont typeface="Arial" panose="020B0604020202020204" pitchFamily="34" charset="0"/>
              <a:buChar char="•"/>
            </a:pPr>
            <a:r>
              <a:rPr lang="ka-GE" sz="3200" dirty="0">
                <a:solidFill>
                  <a:srgbClr val="3B365F"/>
                </a:solidFill>
                <a:latin typeface="Coco Gothic"/>
                <a:ea typeface="Coco Gothic"/>
                <a:cs typeface="Coco Gothic"/>
                <a:sym typeface="Coco Gothic"/>
              </a:rPr>
              <a:t>ხარისხიანი მოვლა = უსაფრთხო პაციენტი – ხარისხიანი გადაწყვეტილებები უზრუნველყოფს პაციენტის უსაფრთხოებას.</a:t>
            </a:r>
            <a:endParaRPr lang="en-US" sz="3200" dirty="0">
              <a:solidFill>
                <a:srgbClr val="3B365F"/>
              </a:solidFill>
              <a:latin typeface="Coco Gothic"/>
              <a:ea typeface="Coco Gothic"/>
              <a:cs typeface="Coco Gothic"/>
              <a:sym typeface="Coco Gothi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298201" y="567804"/>
            <a:ext cx="11691598" cy="1288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ka-GE" sz="8000" dirty="0"/>
              <a:t>დასკვნა</a:t>
            </a:r>
            <a:endParaRPr lang="en-US" sz="7500" dirty="0">
              <a:solidFill>
                <a:srgbClr val="3B365F"/>
              </a:solidFill>
              <a:latin typeface="TAN Headline"/>
              <a:ea typeface="TAN Headline"/>
              <a:cs typeface="TAN Headline"/>
              <a:sym typeface="TAN Headlin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91004">
            <a:off x="9581993" y="1000174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755965">
            <a:off x="-1305642" y="731692"/>
            <a:ext cx="9743832" cy="10202966"/>
          </a:xfrm>
          <a:custGeom>
            <a:avLst/>
            <a:gdLst/>
            <a:ahLst/>
            <a:cxnLst/>
            <a:rect l="l" t="t" r="r" b="b"/>
            <a:pathLst>
              <a:path w="9743832" h="10202966">
                <a:moveTo>
                  <a:pt x="0" y="0"/>
                </a:moveTo>
                <a:lnTo>
                  <a:pt x="9743832" y="0"/>
                </a:lnTo>
                <a:lnTo>
                  <a:pt x="9743832" y="10202966"/>
                </a:lnTo>
                <a:lnTo>
                  <a:pt x="0" y="102029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844355" y="5705171"/>
            <a:ext cx="14599291" cy="9163657"/>
          </a:xfrm>
          <a:custGeom>
            <a:avLst/>
            <a:gdLst/>
            <a:ahLst/>
            <a:cxnLst/>
            <a:rect l="l" t="t" r="r" b="b"/>
            <a:pathLst>
              <a:path w="14599291" h="9163657">
                <a:moveTo>
                  <a:pt x="14599290" y="0"/>
                </a:moveTo>
                <a:lnTo>
                  <a:pt x="0" y="0"/>
                </a:lnTo>
                <a:lnTo>
                  <a:pt x="0" y="9163658"/>
                </a:lnTo>
                <a:lnTo>
                  <a:pt x="14599290" y="9163658"/>
                </a:lnTo>
                <a:lnTo>
                  <a:pt x="1459929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216366" y="5042801"/>
            <a:ext cx="4127261" cy="5717869"/>
          </a:xfrm>
          <a:custGeom>
            <a:avLst/>
            <a:gdLst/>
            <a:ahLst/>
            <a:cxnLst/>
            <a:rect l="l" t="t" r="r" b="b"/>
            <a:pathLst>
              <a:path w="4127261" h="5717869">
                <a:moveTo>
                  <a:pt x="0" y="0"/>
                </a:moveTo>
                <a:lnTo>
                  <a:pt x="4127262" y="0"/>
                </a:lnTo>
                <a:lnTo>
                  <a:pt x="4127262" y="5717869"/>
                </a:lnTo>
                <a:lnTo>
                  <a:pt x="0" y="57178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144000" y="4573289"/>
            <a:ext cx="4364916" cy="6187381"/>
          </a:xfrm>
          <a:custGeom>
            <a:avLst/>
            <a:gdLst/>
            <a:ahLst/>
            <a:cxnLst/>
            <a:rect l="l" t="t" r="r" b="b"/>
            <a:pathLst>
              <a:path w="4364916" h="6187381">
                <a:moveTo>
                  <a:pt x="0" y="0"/>
                </a:moveTo>
                <a:lnTo>
                  <a:pt x="4364916" y="0"/>
                </a:lnTo>
                <a:lnTo>
                  <a:pt x="4364916" y="6187381"/>
                </a:lnTo>
                <a:lnTo>
                  <a:pt x="0" y="61873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87407" y="6174334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0" y="0"/>
                </a:moveTo>
                <a:lnTo>
                  <a:pt x="3531386" y="0"/>
                </a:lnTo>
                <a:lnTo>
                  <a:pt x="3531386" y="3815463"/>
                </a:lnTo>
                <a:lnTo>
                  <a:pt x="0" y="381546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flipH="1">
            <a:off x="12543402" y="6083768"/>
            <a:ext cx="3531385" cy="3815463"/>
          </a:xfrm>
          <a:custGeom>
            <a:avLst/>
            <a:gdLst/>
            <a:ahLst/>
            <a:cxnLst/>
            <a:rect l="l" t="t" r="r" b="b"/>
            <a:pathLst>
              <a:path w="3531385" h="3815463">
                <a:moveTo>
                  <a:pt x="3531386" y="0"/>
                </a:moveTo>
                <a:lnTo>
                  <a:pt x="0" y="0"/>
                </a:lnTo>
                <a:lnTo>
                  <a:pt x="0" y="3815463"/>
                </a:lnTo>
                <a:lnTo>
                  <a:pt x="3531386" y="3815463"/>
                </a:lnTo>
                <a:lnTo>
                  <a:pt x="3531386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436655" y="1657320"/>
            <a:ext cx="3778768" cy="3807323"/>
          </a:xfrm>
          <a:custGeom>
            <a:avLst/>
            <a:gdLst/>
            <a:ahLst/>
            <a:cxnLst/>
            <a:rect l="l" t="t" r="r" b="b"/>
            <a:pathLst>
              <a:path w="3778768" h="3807323">
                <a:moveTo>
                  <a:pt x="0" y="0"/>
                </a:moveTo>
                <a:lnTo>
                  <a:pt x="3778768" y="0"/>
                </a:lnTo>
                <a:lnTo>
                  <a:pt x="3778768" y="3807323"/>
                </a:lnTo>
                <a:lnTo>
                  <a:pt x="0" y="380732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38390" y="606533"/>
            <a:ext cx="1828678" cy="1399770"/>
          </a:xfrm>
          <a:custGeom>
            <a:avLst/>
            <a:gdLst/>
            <a:ahLst/>
            <a:cxnLst/>
            <a:rect l="l" t="t" r="r" b="b"/>
            <a:pathLst>
              <a:path w="1828678" h="1399770">
                <a:moveTo>
                  <a:pt x="0" y="0"/>
                </a:moveTo>
                <a:lnTo>
                  <a:pt x="1828678" y="0"/>
                </a:lnTo>
                <a:lnTo>
                  <a:pt x="1828678" y="1399770"/>
                </a:lnTo>
                <a:lnTo>
                  <a:pt x="0" y="139977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4460558" y="573066"/>
            <a:ext cx="627698" cy="634365"/>
            <a:chOff x="0" y="0"/>
            <a:chExt cx="836930" cy="845820"/>
          </a:xfrm>
        </p:grpSpPr>
        <p:sp>
          <p:nvSpPr>
            <p:cNvPr id="12" name="Freeform 12"/>
            <p:cNvSpPr/>
            <p:nvPr/>
          </p:nvSpPr>
          <p:spPr>
            <a:xfrm>
              <a:off x="48623" y="49530"/>
              <a:ext cx="741168" cy="745726"/>
            </a:xfrm>
            <a:custGeom>
              <a:avLst/>
              <a:gdLst/>
              <a:ahLst/>
              <a:cxnLst/>
              <a:rect l="l" t="t" r="r" b="b"/>
              <a:pathLst>
                <a:path w="741168" h="745726">
                  <a:moveTo>
                    <a:pt x="538117" y="711200"/>
                  </a:moveTo>
                  <a:cubicBezTo>
                    <a:pt x="14877" y="204470"/>
                    <a:pt x="12337" y="200660"/>
                    <a:pt x="7257" y="185420"/>
                  </a:cubicBezTo>
                  <a:cubicBezTo>
                    <a:pt x="907" y="162560"/>
                    <a:pt x="-2903" y="123190"/>
                    <a:pt x="5987" y="97790"/>
                  </a:cubicBezTo>
                  <a:cubicBezTo>
                    <a:pt x="13607" y="71120"/>
                    <a:pt x="35197" y="43180"/>
                    <a:pt x="56787" y="26670"/>
                  </a:cubicBezTo>
                  <a:cubicBezTo>
                    <a:pt x="79647" y="10160"/>
                    <a:pt x="113937" y="0"/>
                    <a:pt x="140607" y="1270"/>
                  </a:cubicBezTo>
                  <a:cubicBezTo>
                    <a:pt x="168547" y="2540"/>
                    <a:pt x="204107" y="19050"/>
                    <a:pt x="223157" y="31750"/>
                  </a:cubicBezTo>
                  <a:cubicBezTo>
                    <a:pt x="237127" y="41910"/>
                    <a:pt x="244747" y="50800"/>
                    <a:pt x="252367" y="64770"/>
                  </a:cubicBezTo>
                  <a:cubicBezTo>
                    <a:pt x="263797" y="86360"/>
                    <a:pt x="272687" y="127000"/>
                    <a:pt x="272687" y="149860"/>
                  </a:cubicBezTo>
                  <a:cubicBezTo>
                    <a:pt x="272687" y="167640"/>
                    <a:pt x="270147" y="179070"/>
                    <a:pt x="262527" y="193040"/>
                  </a:cubicBezTo>
                  <a:cubicBezTo>
                    <a:pt x="251097" y="214630"/>
                    <a:pt x="226967" y="245110"/>
                    <a:pt x="202837" y="257810"/>
                  </a:cubicBezTo>
                  <a:cubicBezTo>
                    <a:pt x="178707" y="271780"/>
                    <a:pt x="140607" y="275590"/>
                    <a:pt x="117747" y="274320"/>
                  </a:cubicBezTo>
                  <a:cubicBezTo>
                    <a:pt x="99967" y="273050"/>
                    <a:pt x="88537" y="269240"/>
                    <a:pt x="74567" y="260350"/>
                  </a:cubicBezTo>
                  <a:cubicBezTo>
                    <a:pt x="54247" y="248920"/>
                    <a:pt x="25037" y="223520"/>
                    <a:pt x="13607" y="198120"/>
                  </a:cubicBezTo>
                  <a:cubicBezTo>
                    <a:pt x="907" y="173990"/>
                    <a:pt x="-2903" y="138430"/>
                    <a:pt x="2177" y="111760"/>
                  </a:cubicBezTo>
                  <a:cubicBezTo>
                    <a:pt x="7257" y="85090"/>
                    <a:pt x="25037" y="54610"/>
                    <a:pt x="45357" y="35560"/>
                  </a:cubicBezTo>
                  <a:cubicBezTo>
                    <a:pt x="66947" y="17780"/>
                    <a:pt x="102507" y="5080"/>
                    <a:pt x="126637" y="1270"/>
                  </a:cubicBezTo>
                  <a:cubicBezTo>
                    <a:pt x="143147" y="-1270"/>
                    <a:pt x="154577" y="0"/>
                    <a:pt x="171087" y="5080"/>
                  </a:cubicBezTo>
                  <a:cubicBezTo>
                    <a:pt x="192677" y="12700"/>
                    <a:pt x="211727" y="26670"/>
                    <a:pt x="243477" y="53340"/>
                  </a:cubicBezTo>
                  <a:cubicBezTo>
                    <a:pt x="334917" y="128270"/>
                    <a:pt x="642257" y="455930"/>
                    <a:pt x="705757" y="535940"/>
                  </a:cubicBezTo>
                  <a:cubicBezTo>
                    <a:pt x="723537" y="558800"/>
                    <a:pt x="731157" y="565150"/>
                    <a:pt x="736237" y="584200"/>
                  </a:cubicBezTo>
                  <a:cubicBezTo>
                    <a:pt x="742587" y="608330"/>
                    <a:pt x="743857" y="645160"/>
                    <a:pt x="733697" y="670560"/>
                  </a:cubicBezTo>
                  <a:cubicBezTo>
                    <a:pt x="723537" y="694690"/>
                    <a:pt x="695597" y="721360"/>
                    <a:pt x="674007" y="732790"/>
                  </a:cubicBezTo>
                  <a:cubicBezTo>
                    <a:pt x="656227" y="742950"/>
                    <a:pt x="638447" y="746760"/>
                    <a:pt x="618127" y="745490"/>
                  </a:cubicBezTo>
                  <a:cubicBezTo>
                    <a:pt x="592727" y="742950"/>
                    <a:pt x="538117" y="711200"/>
                    <a:pt x="538117" y="711200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5068253" y="483531"/>
            <a:ext cx="296228" cy="615315"/>
            <a:chOff x="0" y="0"/>
            <a:chExt cx="394970" cy="820420"/>
          </a:xfrm>
        </p:grpSpPr>
        <p:sp>
          <p:nvSpPr>
            <p:cNvPr id="14" name="Freeform 14"/>
            <p:cNvSpPr/>
            <p:nvPr/>
          </p:nvSpPr>
          <p:spPr>
            <a:xfrm>
              <a:off x="49574" y="50476"/>
              <a:ext cx="297355" cy="719531"/>
            </a:xfrm>
            <a:custGeom>
              <a:avLst/>
              <a:gdLst/>
              <a:ahLst/>
              <a:cxnLst/>
              <a:rect l="l" t="t" r="r" b="b"/>
              <a:pathLst>
                <a:path w="297355" h="719531">
                  <a:moveTo>
                    <a:pt x="64726" y="625164"/>
                  </a:moveTo>
                  <a:cubicBezTo>
                    <a:pt x="1226" y="207334"/>
                    <a:pt x="10116" y="86684"/>
                    <a:pt x="31706" y="47314"/>
                  </a:cubicBezTo>
                  <a:cubicBezTo>
                    <a:pt x="39326" y="30804"/>
                    <a:pt x="48216" y="26994"/>
                    <a:pt x="62186" y="19374"/>
                  </a:cubicBezTo>
                  <a:cubicBezTo>
                    <a:pt x="82506" y="9214"/>
                    <a:pt x="116796" y="-946"/>
                    <a:pt x="142196" y="1594"/>
                  </a:cubicBezTo>
                  <a:cubicBezTo>
                    <a:pt x="167596" y="4134"/>
                    <a:pt x="198076" y="18104"/>
                    <a:pt x="217126" y="35884"/>
                  </a:cubicBezTo>
                  <a:cubicBezTo>
                    <a:pt x="236176" y="52394"/>
                    <a:pt x="251416" y="81604"/>
                    <a:pt x="256496" y="107004"/>
                  </a:cubicBezTo>
                  <a:cubicBezTo>
                    <a:pt x="260306" y="132404"/>
                    <a:pt x="255226" y="165424"/>
                    <a:pt x="243796" y="188284"/>
                  </a:cubicBezTo>
                  <a:cubicBezTo>
                    <a:pt x="231096" y="211144"/>
                    <a:pt x="203156" y="234004"/>
                    <a:pt x="184106" y="245434"/>
                  </a:cubicBezTo>
                  <a:cubicBezTo>
                    <a:pt x="171406" y="253054"/>
                    <a:pt x="159976" y="255594"/>
                    <a:pt x="144736" y="256864"/>
                  </a:cubicBezTo>
                  <a:cubicBezTo>
                    <a:pt x="123146" y="256864"/>
                    <a:pt x="83776" y="249244"/>
                    <a:pt x="64726" y="239084"/>
                  </a:cubicBezTo>
                  <a:cubicBezTo>
                    <a:pt x="50756" y="232734"/>
                    <a:pt x="41866" y="225114"/>
                    <a:pt x="32976" y="213684"/>
                  </a:cubicBezTo>
                  <a:cubicBezTo>
                    <a:pt x="19006" y="195904"/>
                    <a:pt x="5036" y="159074"/>
                    <a:pt x="1226" y="137484"/>
                  </a:cubicBezTo>
                  <a:cubicBezTo>
                    <a:pt x="-1314" y="122244"/>
                    <a:pt x="-44" y="110814"/>
                    <a:pt x="6306" y="95574"/>
                  </a:cubicBezTo>
                  <a:cubicBezTo>
                    <a:pt x="12656" y="75254"/>
                    <a:pt x="30436" y="43504"/>
                    <a:pt x="50756" y="28264"/>
                  </a:cubicBezTo>
                  <a:cubicBezTo>
                    <a:pt x="71076" y="11754"/>
                    <a:pt x="106636" y="2864"/>
                    <a:pt x="128226" y="324"/>
                  </a:cubicBezTo>
                  <a:cubicBezTo>
                    <a:pt x="144736" y="-946"/>
                    <a:pt x="154896" y="1594"/>
                    <a:pt x="170136" y="6674"/>
                  </a:cubicBezTo>
                  <a:cubicBezTo>
                    <a:pt x="190456" y="15564"/>
                    <a:pt x="220936" y="34614"/>
                    <a:pt x="234906" y="56204"/>
                  </a:cubicBezTo>
                  <a:cubicBezTo>
                    <a:pt x="250146" y="77794"/>
                    <a:pt x="259036" y="109544"/>
                    <a:pt x="257766" y="134944"/>
                  </a:cubicBezTo>
                  <a:cubicBezTo>
                    <a:pt x="256496" y="160344"/>
                    <a:pt x="226016" y="209874"/>
                    <a:pt x="228556" y="211144"/>
                  </a:cubicBezTo>
                  <a:cubicBezTo>
                    <a:pt x="229826" y="212414"/>
                    <a:pt x="242526" y="181934"/>
                    <a:pt x="248876" y="184474"/>
                  </a:cubicBezTo>
                  <a:cubicBezTo>
                    <a:pt x="271736" y="190824"/>
                    <a:pt x="309836" y="561664"/>
                    <a:pt x="293326" y="635324"/>
                  </a:cubicBezTo>
                  <a:cubicBezTo>
                    <a:pt x="288246" y="660724"/>
                    <a:pt x="279356" y="669614"/>
                    <a:pt x="265386" y="683584"/>
                  </a:cubicBezTo>
                  <a:cubicBezTo>
                    <a:pt x="247606" y="700094"/>
                    <a:pt x="215856" y="716604"/>
                    <a:pt x="189186" y="719144"/>
                  </a:cubicBezTo>
                  <a:cubicBezTo>
                    <a:pt x="163786" y="721684"/>
                    <a:pt x="130766" y="711524"/>
                    <a:pt x="109176" y="695014"/>
                  </a:cubicBezTo>
                  <a:cubicBezTo>
                    <a:pt x="88856" y="679774"/>
                    <a:pt x="64726" y="625164"/>
                    <a:pt x="64726" y="625164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4470082" y="1228386"/>
            <a:ext cx="592455" cy="303847"/>
            <a:chOff x="0" y="0"/>
            <a:chExt cx="789940" cy="405130"/>
          </a:xfrm>
        </p:grpSpPr>
        <p:sp>
          <p:nvSpPr>
            <p:cNvPr id="16" name="Freeform 16"/>
            <p:cNvSpPr/>
            <p:nvPr/>
          </p:nvSpPr>
          <p:spPr>
            <a:xfrm>
              <a:off x="49213" y="50302"/>
              <a:ext cx="690163" cy="305006"/>
            </a:xfrm>
            <a:custGeom>
              <a:avLst/>
              <a:gdLst/>
              <a:ahLst/>
              <a:cxnLst/>
              <a:rect l="l" t="t" r="r" b="b"/>
              <a:pathLst>
                <a:path w="690163" h="305006">
                  <a:moveTo>
                    <a:pt x="552767" y="276088"/>
                  </a:moveTo>
                  <a:cubicBezTo>
                    <a:pt x="350837" y="254498"/>
                    <a:pt x="270827" y="248148"/>
                    <a:pt x="233997" y="260848"/>
                  </a:cubicBezTo>
                  <a:cubicBezTo>
                    <a:pt x="213677" y="268468"/>
                    <a:pt x="209867" y="286248"/>
                    <a:pt x="190817" y="292598"/>
                  </a:cubicBezTo>
                  <a:cubicBezTo>
                    <a:pt x="169227" y="301488"/>
                    <a:pt x="132397" y="307838"/>
                    <a:pt x="105727" y="301488"/>
                  </a:cubicBezTo>
                  <a:cubicBezTo>
                    <a:pt x="79057" y="295138"/>
                    <a:pt x="48577" y="273548"/>
                    <a:pt x="32067" y="257038"/>
                  </a:cubicBezTo>
                  <a:cubicBezTo>
                    <a:pt x="20637" y="244338"/>
                    <a:pt x="15557" y="232908"/>
                    <a:pt x="10477" y="218938"/>
                  </a:cubicBezTo>
                  <a:cubicBezTo>
                    <a:pt x="5397" y="204968"/>
                    <a:pt x="317" y="192268"/>
                    <a:pt x="1587" y="175758"/>
                  </a:cubicBezTo>
                  <a:cubicBezTo>
                    <a:pt x="2857" y="152898"/>
                    <a:pt x="9207" y="116068"/>
                    <a:pt x="25717" y="93208"/>
                  </a:cubicBezTo>
                  <a:cubicBezTo>
                    <a:pt x="40957" y="71618"/>
                    <a:pt x="68897" y="50028"/>
                    <a:pt x="94297" y="42408"/>
                  </a:cubicBezTo>
                  <a:cubicBezTo>
                    <a:pt x="119697" y="33518"/>
                    <a:pt x="157797" y="37328"/>
                    <a:pt x="180657" y="43678"/>
                  </a:cubicBezTo>
                  <a:cubicBezTo>
                    <a:pt x="195897" y="47488"/>
                    <a:pt x="206057" y="52568"/>
                    <a:pt x="218757" y="63998"/>
                  </a:cubicBezTo>
                  <a:cubicBezTo>
                    <a:pt x="235267" y="79238"/>
                    <a:pt x="259397" y="109718"/>
                    <a:pt x="265747" y="135118"/>
                  </a:cubicBezTo>
                  <a:cubicBezTo>
                    <a:pt x="273367" y="161788"/>
                    <a:pt x="270827" y="196078"/>
                    <a:pt x="260667" y="221478"/>
                  </a:cubicBezTo>
                  <a:cubicBezTo>
                    <a:pt x="250507" y="246878"/>
                    <a:pt x="227647" y="272278"/>
                    <a:pt x="204787" y="286248"/>
                  </a:cubicBezTo>
                  <a:cubicBezTo>
                    <a:pt x="180657" y="300218"/>
                    <a:pt x="147637" y="307838"/>
                    <a:pt x="119697" y="304028"/>
                  </a:cubicBezTo>
                  <a:cubicBezTo>
                    <a:pt x="93027" y="301488"/>
                    <a:pt x="62547" y="286248"/>
                    <a:pt x="42227" y="267198"/>
                  </a:cubicBezTo>
                  <a:cubicBezTo>
                    <a:pt x="23177" y="248148"/>
                    <a:pt x="7937" y="213858"/>
                    <a:pt x="2857" y="190998"/>
                  </a:cubicBezTo>
                  <a:cubicBezTo>
                    <a:pt x="-953" y="174488"/>
                    <a:pt x="-953" y="163058"/>
                    <a:pt x="2857" y="146548"/>
                  </a:cubicBezTo>
                  <a:cubicBezTo>
                    <a:pt x="9207" y="124958"/>
                    <a:pt x="28257" y="91938"/>
                    <a:pt x="44767" y="71618"/>
                  </a:cubicBezTo>
                  <a:cubicBezTo>
                    <a:pt x="58737" y="53838"/>
                    <a:pt x="70167" y="41138"/>
                    <a:pt x="93027" y="29708"/>
                  </a:cubicBezTo>
                  <a:cubicBezTo>
                    <a:pt x="131127" y="11928"/>
                    <a:pt x="206057" y="4308"/>
                    <a:pt x="263207" y="498"/>
                  </a:cubicBezTo>
                  <a:cubicBezTo>
                    <a:pt x="321627" y="-2042"/>
                    <a:pt x="382587" y="5578"/>
                    <a:pt x="441007" y="13198"/>
                  </a:cubicBezTo>
                  <a:cubicBezTo>
                    <a:pt x="500697" y="20818"/>
                    <a:pt x="574357" y="25898"/>
                    <a:pt x="616267" y="47488"/>
                  </a:cubicBezTo>
                  <a:cubicBezTo>
                    <a:pt x="644207" y="61458"/>
                    <a:pt x="665797" y="84318"/>
                    <a:pt x="677227" y="104638"/>
                  </a:cubicBezTo>
                  <a:cubicBezTo>
                    <a:pt x="687387" y="122418"/>
                    <a:pt x="691197" y="141468"/>
                    <a:pt x="689927" y="160518"/>
                  </a:cubicBezTo>
                  <a:cubicBezTo>
                    <a:pt x="687387" y="184648"/>
                    <a:pt x="673417" y="220208"/>
                    <a:pt x="656907" y="239258"/>
                  </a:cubicBezTo>
                  <a:cubicBezTo>
                    <a:pt x="644207" y="254498"/>
                    <a:pt x="626427" y="264658"/>
                    <a:pt x="609917" y="271008"/>
                  </a:cubicBezTo>
                  <a:cubicBezTo>
                    <a:pt x="592137" y="276088"/>
                    <a:pt x="552767" y="276088"/>
                    <a:pt x="552767" y="276088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7" name="Group 17"/>
          <p:cNvGrpSpPr/>
          <p:nvPr/>
        </p:nvGrpSpPr>
        <p:grpSpPr>
          <a:xfrm rot="-5466542">
            <a:off x="13171488" y="957477"/>
            <a:ext cx="552469" cy="522858"/>
            <a:chOff x="0" y="0"/>
            <a:chExt cx="900430" cy="852170"/>
          </a:xfrm>
        </p:grpSpPr>
        <p:sp>
          <p:nvSpPr>
            <p:cNvPr id="18" name="Freeform 18"/>
            <p:cNvSpPr/>
            <p:nvPr/>
          </p:nvSpPr>
          <p:spPr>
            <a:xfrm>
              <a:off x="48017" y="49847"/>
              <a:ext cx="803368" cy="750720"/>
            </a:xfrm>
            <a:custGeom>
              <a:avLst/>
              <a:gdLst/>
              <a:ahLst/>
              <a:cxnLst/>
              <a:rect l="l" t="t" r="r" b="b"/>
              <a:pathLst>
                <a:path w="803368" h="750720">
                  <a:moveTo>
                    <a:pt x="205983" y="40323"/>
                  </a:moveTo>
                  <a:cubicBezTo>
                    <a:pt x="569203" y="394653"/>
                    <a:pt x="744463" y="493713"/>
                    <a:pt x="783833" y="543243"/>
                  </a:cubicBezTo>
                  <a:cubicBezTo>
                    <a:pt x="796533" y="559753"/>
                    <a:pt x="797803" y="567373"/>
                    <a:pt x="800343" y="583883"/>
                  </a:cubicBezTo>
                  <a:cubicBezTo>
                    <a:pt x="804153" y="606743"/>
                    <a:pt x="802883" y="644843"/>
                    <a:pt x="792723" y="670243"/>
                  </a:cubicBezTo>
                  <a:cubicBezTo>
                    <a:pt x="781293" y="695643"/>
                    <a:pt x="757163" y="721043"/>
                    <a:pt x="733033" y="733743"/>
                  </a:cubicBezTo>
                  <a:cubicBezTo>
                    <a:pt x="708903" y="747713"/>
                    <a:pt x="674613" y="754063"/>
                    <a:pt x="647943" y="748983"/>
                  </a:cubicBezTo>
                  <a:cubicBezTo>
                    <a:pt x="620003" y="745173"/>
                    <a:pt x="589523" y="729933"/>
                    <a:pt x="570473" y="709613"/>
                  </a:cubicBezTo>
                  <a:cubicBezTo>
                    <a:pt x="551423" y="690563"/>
                    <a:pt x="537453" y="653733"/>
                    <a:pt x="532373" y="630873"/>
                  </a:cubicBezTo>
                  <a:cubicBezTo>
                    <a:pt x="529833" y="614363"/>
                    <a:pt x="531103" y="601663"/>
                    <a:pt x="534913" y="587693"/>
                  </a:cubicBezTo>
                  <a:cubicBezTo>
                    <a:pt x="537453" y="572453"/>
                    <a:pt x="541263" y="559753"/>
                    <a:pt x="550153" y="545783"/>
                  </a:cubicBezTo>
                  <a:cubicBezTo>
                    <a:pt x="564123" y="526733"/>
                    <a:pt x="590793" y="500063"/>
                    <a:pt x="616193" y="488633"/>
                  </a:cubicBezTo>
                  <a:cubicBezTo>
                    <a:pt x="641593" y="478473"/>
                    <a:pt x="679693" y="478473"/>
                    <a:pt x="702553" y="483553"/>
                  </a:cubicBezTo>
                  <a:cubicBezTo>
                    <a:pt x="719063" y="486093"/>
                    <a:pt x="729223" y="491173"/>
                    <a:pt x="743193" y="501333"/>
                  </a:cubicBezTo>
                  <a:cubicBezTo>
                    <a:pt x="760973" y="515303"/>
                    <a:pt x="787643" y="543243"/>
                    <a:pt x="796533" y="569913"/>
                  </a:cubicBezTo>
                  <a:cubicBezTo>
                    <a:pt x="805423" y="595313"/>
                    <a:pt x="805423" y="630873"/>
                    <a:pt x="797803" y="656273"/>
                  </a:cubicBezTo>
                  <a:cubicBezTo>
                    <a:pt x="788913" y="682943"/>
                    <a:pt x="768593" y="710883"/>
                    <a:pt x="745733" y="726123"/>
                  </a:cubicBezTo>
                  <a:cubicBezTo>
                    <a:pt x="722873" y="742633"/>
                    <a:pt x="686043" y="750253"/>
                    <a:pt x="661913" y="750253"/>
                  </a:cubicBezTo>
                  <a:cubicBezTo>
                    <a:pt x="645403" y="751523"/>
                    <a:pt x="636513" y="747713"/>
                    <a:pt x="618733" y="741363"/>
                  </a:cubicBezTo>
                  <a:cubicBezTo>
                    <a:pt x="592063" y="731203"/>
                    <a:pt x="550153" y="707073"/>
                    <a:pt x="515863" y="682943"/>
                  </a:cubicBezTo>
                  <a:cubicBezTo>
                    <a:pt x="479033" y="657543"/>
                    <a:pt x="448553" y="633413"/>
                    <a:pt x="405373" y="592773"/>
                  </a:cubicBezTo>
                  <a:cubicBezTo>
                    <a:pt x="332983" y="529273"/>
                    <a:pt x="208523" y="403543"/>
                    <a:pt x="137403" y="324803"/>
                  </a:cubicBezTo>
                  <a:cubicBezTo>
                    <a:pt x="85333" y="268923"/>
                    <a:pt x="30723" y="219393"/>
                    <a:pt x="11673" y="173673"/>
                  </a:cubicBezTo>
                  <a:cubicBezTo>
                    <a:pt x="-1027" y="143193"/>
                    <a:pt x="-2297" y="113983"/>
                    <a:pt x="2783" y="89853"/>
                  </a:cubicBezTo>
                  <a:cubicBezTo>
                    <a:pt x="5323" y="70803"/>
                    <a:pt x="16753" y="53023"/>
                    <a:pt x="28183" y="40323"/>
                  </a:cubicBezTo>
                  <a:cubicBezTo>
                    <a:pt x="40883" y="26353"/>
                    <a:pt x="58663" y="14923"/>
                    <a:pt x="75173" y="8573"/>
                  </a:cubicBezTo>
                  <a:cubicBezTo>
                    <a:pt x="92953" y="953"/>
                    <a:pt x="112003" y="-1587"/>
                    <a:pt x="132323" y="953"/>
                  </a:cubicBezTo>
                  <a:cubicBezTo>
                    <a:pt x="155183" y="6033"/>
                    <a:pt x="205983" y="40323"/>
                    <a:pt x="205983" y="40323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 rot="-5466542">
            <a:off x="12755985" y="971838"/>
            <a:ext cx="621819" cy="241559"/>
            <a:chOff x="0" y="0"/>
            <a:chExt cx="1013460" cy="393700"/>
          </a:xfrm>
        </p:grpSpPr>
        <p:sp>
          <p:nvSpPr>
            <p:cNvPr id="20" name="Freeform 20"/>
            <p:cNvSpPr/>
            <p:nvPr/>
          </p:nvSpPr>
          <p:spPr>
            <a:xfrm>
              <a:off x="50559" y="48084"/>
              <a:ext cx="913595" cy="300601"/>
            </a:xfrm>
            <a:custGeom>
              <a:avLst/>
              <a:gdLst/>
              <a:ahLst/>
              <a:cxnLst/>
              <a:rect l="l" t="t" r="r" b="b"/>
              <a:pathLst>
                <a:path w="913595" h="300601">
                  <a:moveTo>
                    <a:pt x="123431" y="45896"/>
                  </a:moveTo>
                  <a:cubicBezTo>
                    <a:pt x="710171" y="29386"/>
                    <a:pt x="710171" y="17956"/>
                    <a:pt x="725411" y="12876"/>
                  </a:cubicBezTo>
                  <a:cubicBezTo>
                    <a:pt x="748271" y="5256"/>
                    <a:pt x="785101" y="-1094"/>
                    <a:pt x="811771" y="5256"/>
                  </a:cubicBezTo>
                  <a:cubicBezTo>
                    <a:pt x="838441" y="11606"/>
                    <a:pt x="868921" y="34466"/>
                    <a:pt x="884161" y="50976"/>
                  </a:cubicBezTo>
                  <a:cubicBezTo>
                    <a:pt x="895591" y="62406"/>
                    <a:pt x="901941" y="72566"/>
                    <a:pt x="905751" y="89076"/>
                  </a:cubicBezTo>
                  <a:cubicBezTo>
                    <a:pt x="912101" y="110666"/>
                    <a:pt x="917181" y="148766"/>
                    <a:pt x="908291" y="174166"/>
                  </a:cubicBezTo>
                  <a:cubicBezTo>
                    <a:pt x="900671" y="200836"/>
                    <a:pt x="880351" y="228776"/>
                    <a:pt x="858761" y="245286"/>
                  </a:cubicBezTo>
                  <a:cubicBezTo>
                    <a:pt x="837171" y="260526"/>
                    <a:pt x="800341" y="269416"/>
                    <a:pt x="776211" y="270686"/>
                  </a:cubicBezTo>
                  <a:cubicBezTo>
                    <a:pt x="759701" y="271956"/>
                    <a:pt x="748271" y="269416"/>
                    <a:pt x="734301" y="263066"/>
                  </a:cubicBezTo>
                  <a:cubicBezTo>
                    <a:pt x="712711" y="252906"/>
                    <a:pt x="680961" y="231316"/>
                    <a:pt x="666991" y="208456"/>
                  </a:cubicBezTo>
                  <a:cubicBezTo>
                    <a:pt x="651751" y="185596"/>
                    <a:pt x="642861" y="152576"/>
                    <a:pt x="645401" y="125906"/>
                  </a:cubicBezTo>
                  <a:cubicBezTo>
                    <a:pt x="647941" y="97966"/>
                    <a:pt x="660641" y="66216"/>
                    <a:pt x="678421" y="45896"/>
                  </a:cubicBezTo>
                  <a:cubicBezTo>
                    <a:pt x="697471" y="25576"/>
                    <a:pt x="731761" y="10336"/>
                    <a:pt x="753351" y="3986"/>
                  </a:cubicBezTo>
                  <a:cubicBezTo>
                    <a:pt x="769861" y="-1094"/>
                    <a:pt x="781291" y="-1094"/>
                    <a:pt x="797801" y="2716"/>
                  </a:cubicBezTo>
                  <a:cubicBezTo>
                    <a:pt x="819391" y="6526"/>
                    <a:pt x="856221" y="25576"/>
                    <a:pt x="874001" y="39546"/>
                  </a:cubicBezTo>
                  <a:cubicBezTo>
                    <a:pt x="886701" y="50976"/>
                    <a:pt x="894321" y="59866"/>
                    <a:pt x="900671" y="75106"/>
                  </a:cubicBezTo>
                  <a:cubicBezTo>
                    <a:pt x="908291" y="96696"/>
                    <a:pt x="917181" y="133526"/>
                    <a:pt x="912101" y="160196"/>
                  </a:cubicBezTo>
                  <a:cubicBezTo>
                    <a:pt x="907021" y="186866"/>
                    <a:pt x="895591" y="216076"/>
                    <a:pt x="870191" y="235126"/>
                  </a:cubicBezTo>
                  <a:cubicBezTo>
                    <a:pt x="828281" y="268146"/>
                    <a:pt x="734301" y="283386"/>
                    <a:pt x="650481" y="294816"/>
                  </a:cubicBezTo>
                  <a:cubicBezTo>
                    <a:pt x="543801" y="307516"/>
                    <a:pt x="382511" y="296086"/>
                    <a:pt x="278371" y="291006"/>
                  </a:cubicBezTo>
                  <a:cubicBezTo>
                    <a:pt x="203441" y="288466"/>
                    <a:pt x="131051" y="293546"/>
                    <a:pt x="84061" y="277036"/>
                  </a:cubicBezTo>
                  <a:cubicBezTo>
                    <a:pt x="54851" y="264336"/>
                    <a:pt x="31991" y="245286"/>
                    <a:pt x="18021" y="226236"/>
                  </a:cubicBezTo>
                  <a:cubicBezTo>
                    <a:pt x="6591" y="209726"/>
                    <a:pt x="1511" y="190676"/>
                    <a:pt x="241" y="171626"/>
                  </a:cubicBezTo>
                  <a:cubicBezTo>
                    <a:pt x="-1029" y="153846"/>
                    <a:pt x="2781" y="133526"/>
                    <a:pt x="10401" y="117016"/>
                  </a:cubicBezTo>
                  <a:cubicBezTo>
                    <a:pt x="18021" y="99236"/>
                    <a:pt x="28181" y="82726"/>
                    <a:pt x="44691" y="71296"/>
                  </a:cubicBezTo>
                  <a:cubicBezTo>
                    <a:pt x="63741" y="57326"/>
                    <a:pt x="123431" y="45896"/>
                    <a:pt x="123431" y="45896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 rot="-5466542">
            <a:off x="13425147" y="1315976"/>
            <a:ext cx="287533" cy="490131"/>
            <a:chOff x="0" y="0"/>
            <a:chExt cx="468630" cy="798830"/>
          </a:xfrm>
        </p:grpSpPr>
        <p:sp>
          <p:nvSpPr>
            <p:cNvPr id="22" name="Freeform 22"/>
            <p:cNvSpPr/>
            <p:nvPr/>
          </p:nvSpPr>
          <p:spPr>
            <a:xfrm>
              <a:off x="49539" y="47400"/>
              <a:ext cx="371182" cy="700630"/>
            </a:xfrm>
            <a:custGeom>
              <a:avLst/>
              <a:gdLst/>
              <a:ahLst/>
              <a:cxnLst/>
              <a:rect l="l" t="t" r="r" b="b"/>
              <a:pathLst>
                <a:path w="371182" h="700630">
                  <a:moveTo>
                    <a:pt x="231131" y="102460"/>
                  </a:moveTo>
                  <a:cubicBezTo>
                    <a:pt x="294631" y="459330"/>
                    <a:pt x="351781" y="489810"/>
                    <a:pt x="364481" y="529180"/>
                  </a:cubicBezTo>
                  <a:cubicBezTo>
                    <a:pt x="374641" y="558390"/>
                    <a:pt x="372101" y="587600"/>
                    <a:pt x="364481" y="613000"/>
                  </a:cubicBezTo>
                  <a:cubicBezTo>
                    <a:pt x="355591" y="637130"/>
                    <a:pt x="334001" y="663800"/>
                    <a:pt x="312411" y="679040"/>
                  </a:cubicBezTo>
                  <a:cubicBezTo>
                    <a:pt x="290821" y="693010"/>
                    <a:pt x="257801" y="701900"/>
                    <a:pt x="231131" y="699360"/>
                  </a:cubicBezTo>
                  <a:cubicBezTo>
                    <a:pt x="205731" y="698090"/>
                    <a:pt x="173981" y="685390"/>
                    <a:pt x="154931" y="667610"/>
                  </a:cubicBezTo>
                  <a:cubicBezTo>
                    <a:pt x="134611" y="651100"/>
                    <a:pt x="116831" y="621890"/>
                    <a:pt x="111751" y="595220"/>
                  </a:cubicBezTo>
                  <a:cubicBezTo>
                    <a:pt x="106671" y="569820"/>
                    <a:pt x="114291" y="534260"/>
                    <a:pt x="121911" y="512670"/>
                  </a:cubicBezTo>
                  <a:cubicBezTo>
                    <a:pt x="128261" y="497430"/>
                    <a:pt x="134611" y="488540"/>
                    <a:pt x="146041" y="478380"/>
                  </a:cubicBezTo>
                  <a:cubicBezTo>
                    <a:pt x="163821" y="463140"/>
                    <a:pt x="198111" y="445360"/>
                    <a:pt x="220971" y="440280"/>
                  </a:cubicBezTo>
                  <a:cubicBezTo>
                    <a:pt x="236211" y="436470"/>
                    <a:pt x="247641" y="436470"/>
                    <a:pt x="262881" y="440280"/>
                  </a:cubicBezTo>
                  <a:cubicBezTo>
                    <a:pt x="284471" y="445360"/>
                    <a:pt x="320031" y="465680"/>
                    <a:pt x="336541" y="480920"/>
                  </a:cubicBezTo>
                  <a:cubicBezTo>
                    <a:pt x="347971" y="491080"/>
                    <a:pt x="354321" y="499970"/>
                    <a:pt x="359401" y="515210"/>
                  </a:cubicBezTo>
                  <a:cubicBezTo>
                    <a:pt x="367021" y="536800"/>
                    <a:pt x="370831" y="576170"/>
                    <a:pt x="368291" y="599030"/>
                  </a:cubicBezTo>
                  <a:cubicBezTo>
                    <a:pt x="365751" y="614270"/>
                    <a:pt x="360671" y="625700"/>
                    <a:pt x="351781" y="638400"/>
                  </a:cubicBezTo>
                  <a:cubicBezTo>
                    <a:pt x="337811" y="656180"/>
                    <a:pt x="307331" y="681580"/>
                    <a:pt x="287011" y="691740"/>
                  </a:cubicBezTo>
                  <a:cubicBezTo>
                    <a:pt x="273041" y="698090"/>
                    <a:pt x="261611" y="700630"/>
                    <a:pt x="246371" y="700630"/>
                  </a:cubicBezTo>
                  <a:cubicBezTo>
                    <a:pt x="223511" y="699360"/>
                    <a:pt x="193031" y="691740"/>
                    <a:pt x="165091" y="676500"/>
                  </a:cubicBezTo>
                  <a:cubicBezTo>
                    <a:pt x="130801" y="658720"/>
                    <a:pt x="85081" y="626970"/>
                    <a:pt x="62221" y="590140"/>
                  </a:cubicBezTo>
                  <a:cubicBezTo>
                    <a:pt x="38091" y="550770"/>
                    <a:pt x="36821" y="503780"/>
                    <a:pt x="26661" y="445360"/>
                  </a:cubicBezTo>
                  <a:cubicBezTo>
                    <a:pt x="13961" y="360270"/>
                    <a:pt x="-5089" y="196440"/>
                    <a:pt x="1261" y="126590"/>
                  </a:cubicBezTo>
                  <a:cubicBezTo>
                    <a:pt x="5071" y="91030"/>
                    <a:pt x="10151" y="66900"/>
                    <a:pt x="22851" y="47850"/>
                  </a:cubicBezTo>
                  <a:cubicBezTo>
                    <a:pt x="33011" y="31340"/>
                    <a:pt x="46981" y="18640"/>
                    <a:pt x="64761" y="11020"/>
                  </a:cubicBezTo>
                  <a:cubicBezTo>
                    <a:pt x="86351" y="2130"/>
                    <a:pt x="120641" y="-4220"/>
                    <a:pt x="146041" y="3400"/>
                  </a:cubicBezTo>
                  <a:cubicBezTo>
                    <a:pt x="170171" y="9750"/>
                    <a:pt x="198111" y="31340"/>
                    <a:pt x="212081" y="50390"/>
                  </a:cubicBezTo>
                  <a:cubicBezTo>
                    <a:pt x="223511" y="65630"/>
                    <a:pt x="231131" y="102460"/>
                    <a:pt x="231131" y="102460"/>
                  </a:cubicBezTo>
                </a:path>
              </a:pathLst>
            </a:custGeom>
            <a:solidFill>
              <a:srgbClr val="88A3CE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Freeform 23"/>
          <p:cNvSpPr/>
          <p:nvPr/>
        </p:nvSpPr>
        <p:spPr>
          <a:xfrm>
            <a:off x="15412853" y="-367037"/>
            <a:ext cx="3692894" cy="2316452"/>
          </a:xfrm>
          <a:custGeom>
            <a:avLst/>
            <a:gdLst/>
            <a:ahLst/>
            <a:cxnLst/>
            <a:rect l="l" t="t" r="r" b="b"/>
            <a:pathLst>
              <a:path w="3692894" h="2316452">
                <a:moveTo>
                  <a:pt x="0" y="0"/>
                </a:moveTo>
                <a:lnTo>
                  <a:pt x="3692894" y="0"/>
                </a:lnTo>
                <a:lnTo>
                  <a:pt x="3692894" y="2316451"/>
                </a:lnTo>
                <a:lnTo>
                  <a:pt x="0" y="231645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 rot="-1008282" flipH="1">
            <a:off x="15390590" y="2224730"/>
            <a:ext cx="2659752" cy="3491322"/>
          </a:xfrm>
          <a:custGeom>
            <a:avLst/>
            <a:gdLst/>
            <a:ahLst/>
            <a:cxnLst/>
            <a:rect l="l" t="t" r="r" b="b"/>
            <a:pathLst>
              <a:path w="2659752" h="3491322">
                <a:moveTo>
                  <a:pt x="2659753" y="0"/>
                </a:moveTo>
                <a:lnTo>
                  <a:pt x="0" y="0"/>
                </a:lnTo>
                <a:lnTo>
                  <a:pt x="0" y="3491322"/>
                </a:lnTo>
                <a:lnTo>
                  <a:pt x="2659753" y="3491322"/>
                </a:lnTo>
                <a:lnTo>
                  <a:pt x="2659753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4335907" y="1216956"/>
            <a:ext cx="9616186" cy="2671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0"/>
              </a:lnSpc>
            </a:pPr>
            <a:r>
              <a:rPr lang="en-US" sz="7700">
                <a:solidFill>
                  <a:srgbClr val="3B365F"/>
                </a:solidFill>
                <a:latin typeface="TAN Headline"/>
                <a:ea typeface="TAN Headline"/>
                <a:cs typeface="TAN Headline"/>
                <a:sym typeface="TAN Headline"/>
              </a:rPr>
              <a:t>Thank you 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486</Words>
  <Application>Microsoft Office PowerPoint</Application>
  <PresentationFormat>Custom</PresentationFormat>
  <Paragraphs>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Coco Gothic</vt:lpstr>
      <vt:lpstr>Coco Gothic Bold</vt:lpstr>
      <vt:lpstr>Calibri</vt:lpstr>
      <vt:lpstr>TAN Headline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Nikoloz Kordzakhia</cp:lastModifiedBy>
  <cp:revision>7</cp:revision>
  <dcterms:created xsi:type="dcterms:W3CDTF">2006-08-16T00:00:00Z</dcterms:created>
  <dcterms:modified xsi:type="dcterms:W3CDTF">2025-12-15T07:01:14Z</dcterms:modified>
  <dc:identifier>DAG7jEQ8a_4</dc:identifier>
</cp:coreProperties>
</file>